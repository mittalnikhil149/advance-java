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56" r:id="rId2"/>
    <p:sldId id="387" r:id="rId3"/>
    <p:sldId id="388" r:id="rId4"/>
    <p:sldId id="396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88" r:id="rId14"/>
    <p:sldId id="289" r:id="rId15"/>
    <p:sldId id="290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6" r:id="rId26"/>
    <p:sldId id="305" r:id="rId27"/>
    <p:sldId id="307" r:id="rId28"/>
    <p:sldId id="308" r:id="rId29"/>
    <p:sldId id="309" r:id="rId30"/>
    <p:sldId id="311" r:id="rId31"/>
    <p:sldId id="310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49" r:id="rId47"/>
    <p:sldId id="350" r:id="rId48"/>
    <p:sldId id="351" r:id="rId49"/>
    <p:sldId id="348" r:id="rId50"/>
    <p:sldId id="360" r:id="rId51"/>
    <p:sldId id="361" r:id="rId52"/>
    <p:sldId id="362" r:id="rId53"/>
    <p:sldId id="363" r:id="rId54"/>
    <p:sldId id="352" r:id="rId55"/>
    <p:sldId id="353" r:id="rId56"/>
    <p:sldId id="354" r:id="rId57"/>
    <p:sldId id="359" r:id="rId58"/>
    <p:sldId id="364" r:id="rId59"/>
    <p:sldId id="365" r:id="rId60"/>
    <p:sldId id="355" r:id="rId61"/>
    <p:sldId id="356" r:id="rId62"/>
    <p:sldId id="357" r:id="rId63"/>
    <p:sldId id="358" r:id="rId64"/>
    <p:sldId id="366" r:id="rId65"/>
    <p:sldId id="342" r:id="rId66"/>
    <p:sldId id="343" r:id="rId67"/>
    <p:sldId id="344" r:id="rId68"/>
    <p:sldId id="345" r:id="rId69"/>
    <p:sldId id="346" r:id="rId70"/>
    <p:sldId id="347" r:id="rId71"/>
    <p:sldId id="398" r:id="rId72"/>
    <p:sldId id="399" r:id="rId73"/>
    <p:sldId id="403" r:id="rId74"/>
    <p:sldId id="402" r:id="rId75"/>
    <p:sldId id="404" r:id="rId76"/>
    <p:sldId id="400" r:id="rId77"/>
    <p:sldId id="367" r:id="rId78"/>
    <p:sldId id="368" r:id="rId79"/>
    <p:sldId id="369" r:id="rId80"/>
    <p:sldId id="370" r:id="rId81"/>
    <p:sldId id="371" r:id="rId82"/>
    <p:sldId id="372" r:id="rId83"/>
    <p:sldId id="373" r:id="rId84"/>
    <p:sldId id="374" r:id="rId85"/>
    <p:sldId id="375" r:id="rId86"/>
    <p:sldId id="376" r:id="rId87"/>
    <p:sldId id="378" r:id="rId88"/>
    <p:sldId id="379" r:id="rId89"/>
    <p:sldId id="380" r:id="rId90"/>
    <p:sldId id="381" r:id="rId91"/>
    <p:sldId id="382" r:id="rId92"/>
    <p:sldId id="383" r:id="rId93"/>
    <p:sldId id="384" r:id="rId94"/>
    <p:sldId id="385" r:id="rId95"/>
    <p:sldId id="405" r:id="rId96"/>
    <p:sldId id="406" r:id="rId97"/>
    <p:sldId id="407" r:id="rId98"/>
    <p:sldId id="386" r:id="rId99"/>
    <p:sldId id="397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479FA-18E4-4577-ABD7-A964C960A3E5}" v="80" dt="2025-09-19T08:47:49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3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22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5/10/relationships/revisionInfo" Target="revisionInfo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m jain" userId="a2febca68d5a6bf8" providerId="LiveId" clId="{3A8479FA-18E4-4577-ABD7-A964C960A3E5}"/>
    <pc:docChg chg="custSel addSld delSld modSld sldOrd">
      <pc:chgData name="sonam jain" userId="a2febca68d5a6bf8" providerId="LiveId" clId="{3A8479FA-18E4-4577-ABD7-A964C960A3E5}" dt="2025-09-19T08:48:44.455" v="777"/>
      <pc:docMkLst>
        <pc:docMk/>
      </pc:docMkLst>
      <pc:sldChg chg="modSp mod">
        <pc:chgData name="sonam jain" userId="a2febca68d5a6bf8" providerId="LiveId" clId="{3A8479FA-18E4-4577-ABD7-A964C960A3E5}" dt="2025-09-19T05:15:32.869" v="631" actId="5793"/>
        <pc:sldMkLst>
          <pc:docMk/>
          <pc:sldMk cId="1504814079" sldId="260"/>
        </pc:sldMkLst>
        <pc:spChg chg="mod">
          <ac:chgData name="sonam jain" userId="a2febca68d5a6bf8" providerId="LiveId" clId="{3A8479FA-18E4-4577-ABD7-A964C960A3E5}" dt="2025-09-19T04:03:51.439" v="79" actId="27636"/>
          <ac:spMkLst>
            <pc:docMk/>
            <pc:sldMk cId="1504814079" sldId="260"/>
            <ac:spMk id="2" creationId="{E4981BB5-D7E1-5B0F-C5CB-80C7F8922E1B}"/>
          </ac:spMkLst>
        </pc:spChg>
        <pc:spChg chg="mod">
          <ac:chgData name="sonam jain" userId="a2febca68d5a6bf8" providerId="LiveId" clId="{3A8479FA-18E4-4577-ABD7-A964C960A3E5}" dt="2025-09-19T05:15:32.869" v="631" actId="5793"/>
          <ac:spMkLst>
            <pc:docMk/>
            <pc:sldMk cId="1504814079" sldId="260"/>
            <ac:spMk id="3" creationId="{FB47DF68-FB24-6CB0-885C-E02A53ED9875}"/>
          </ac:spMkLst>
        </pc:spChg>
      </pc:sldChg>
      <pc:sldChg chg="addSp delSp modSp new del mod">
        <pc:chgData name="sonam jain" userId="a2febca68d5a6bf8" providerId="LiveId" clId="{3A8479FA-18E4-4577-ABD7-A964C960A3E5}" dt="2025-09-19T04:11:06.841" v="118" actId="47"/>
        <pc:sldMkLst>
          <pc:docMk/>
          <pc:sldMk cId="3511727021" sldId="261"/>
        </pc:sldMkLst>
      </pc:sldChg>
      <pc:sldChg chg="addSp delSp modSp new mod">
        <pc:chgData name="sonam jain" userId="a2febca68d5a6bf8" providerId="LiveId" clId="{3A8479FA-18E4-4577-ABD7-A964C960A3E5}" dt="2025-09-19T04:11:28.834" v="126" actId="14100"/>
        <pc:sldMkLst>
          <pc:docMk/>
          <pc:sldMk cId="1181666291" sldId="262"/>
        </pc:sldMkLst>
        <pc:spChg chg="mod">
          <ac:chgData name="sonam jain" userId="a2febca68d5a6bf8" providerId="LiveId" clId="{3A8479FA-18E4-4577-ABD7-A964C960A3E5}" dt="2025-09-19T04:06:36.846" v="104" actId="20577"/>
          <ac:spMkLst>
            <pc:docMk/>
            <pc:sldMk cId="1181666291" sldId="262"/>
            <ac:spMk id="2" creationId="{3ACCE2DC-34E3-78E1-297C-8A31712101B8}"/>
          </ac:spMkLst>
        </pc:spChg>
        <pc:picChg chg="add mod">
          <ac:chgData name="sonam jain" userId="a2febca68d5a6bf8" providerId="LiveId" clId="{3A8479FA-18E4-4577-ABD7-A964C960A3E5}" dt="2025-09-19T04:11:28.834" v="126" actId="14100"/>
          <ac:picMkLst>
            <pc:docMk/>
            <pc:sldMk cId="1181666291" sldId="262"/>
            <ac:picMk id="2054" creationId="{1A8C3390-D079-8316-3A18-E32E8881F3E6}"/>
          </ac:picMkLst>
        </pc:picChg>
      </pc:sldChg>
      <pc:sldChg chg="addSp delSp modSp new mod">
        <pc:chgData name="sonam jain" userId="a2febca68d5a6bf8" providerId="LiveId" clId="{3A8479FA-18E4-4577-ABD7-A964C960A3E5}" dt="2025-09-19T04:20:19.458" v="604" actId="5793"/>
        <pc:sldMkLst>
          <pc:docMk/>
          <pc:sldMk cId="203357402" sldId="263"/>
        </pc:sldMkLst>
        <pc:spChg chg="mod">
          <ac:chgData name="sonam jain" userId="a2febca68d5a6bf8" providerId="LiveId" clId="{3A8479FA-18E4-4577-ABD7-A964C960A3E5}" dt="2025-09-19T04:16:26.404" v="153" actId="20577"/>
          <ac:spMkLst>
            <pc:docMk/>
            <pc:sldMk cId="203357402" sldId="263"/>
            <ac:spMk id="2" creationId="{3161EAFF-DA7B-9EA4-C9C5-EF9A336D7819}"/>
          </ac:spMkLst>
        </pc:spChg>
        <pc:spChg chg="add del mod">
          <ac:chgData name="sonam jain" userId="a2febca68d5a6bf8" providerId="LiveId" clId="{3A8479FA-18E4-4577-ABD7-A964C960A3E5}" dt="2025-09-19T04:20:19.458" v="604" actId="5793"/>
          <ac:spMkLst>
            <pc:docMk/>
            <pc:sldMk cId="203357402" sldId="263"/>
            <ac:spMk id="7" creationId="{1BC2141C-6853-8767-F3B3-9A10E1532CF4}"/>
          </ac:spMkLst>
        </pc:spChg>
        <pc:spChg chg="add mod">
          <ac:chgData name="sonam jain" userId="a2febca68d5a6bf8" providerId="LiveId" clId="{3A8479FA-18E4-4577-ABD7-A964C960A3E5}" dt="2025-09-19T04:19:30.660" v="400" actId="20577"/>
          <ac:spMkLst>
            <pc:docMk/>
            <pc:sldMk cId="203357402" sldId="263"/>
            <ac:spMk id="25" creationId="{AAC9D9ED-B0E1-6DA4-DB06-DC8856E0AF00}"/>
          </ac:spMkLst>
        </pc:spChg>
      </pc:sldChg>
      <pc:sldChg chg="new">
        <pc:chgData name="sonam jain" userId="a2febca68d5a6bf8" providerId="LiveId" clId="{3A8479FA-18E4-4577-ABD7-A964C960A3E5}" dt="2025-09-19T05:30:27.598" v="632" actId="680"/>
        <pc:sldMkLst>
          <pc:docMk/>
          <pc:sldMk cId="3817106948" sldId="264"/>
        </pc:sldMkLst>
      </pc:sldChg>
      <pc:sldChg chg="modSp new mod">
        <pc:chgData name="sonam jain" userId="a2febca68d5a6bf8" providerId="LiveId" clId="{3A8479FA-18E4-4577-ABD7-A964C960A3E5}" dt="2025-09-19T08:30:11.501" v="666" actId="113"/>
        <pc:sldMkLst>
          <pc:docMk/>
          <pc:sldMk cId="720828592" sldId="265"/>
        </pc:sldMkLst>
        <pc:spChg chg="mod">
          <ac:chgData name="sonam jain" userId="a2febca68d5a6bf8" providerId="LiveId" clId="{3A8479FA-18E4-4577-ABD7-A964C960A3E5}" dt="2025-09-19T08:26:36.527" v="652" actId="14100"/>
          <ac:spMkLst>
            <pc:docMk/>
            <pc:sldMk cId="720828592" sldId="265"/>
            <ac:spMk id="2" creationId="{0EE45C74-9B09-DAC1-DBCC-DBC818A65063}"/>
          </ac:spMkLst>
        </pc:spChg>
        <pc:spChg chg="mod">
          <ac:chgData name="sonam jain" userId="a2febca68d5a6bf8" providerId="LiveId" clId="{3A8479FA-18E4-4577-ABD7-A964C960A3E5}" dt="2025-09-19T08:30:11.501" v="666" actId="113"/>
          <ac:spMkLst>
            <pc:docMk/>
            <pc:sldMk cId="720828592" sldId="265"/>
            <ac:spMk id="3" creationId="{F5E98941-5BF3-F2E4-1FE2-5D5D4E85487F}"/>
          </ac:spMkLst>
        </pc:spChg>
      </pc:sldChg>
      <pc:sldChg chg="modSp new mod">
        <pc:chgData name="sonam jain" userId="a2febca68d5a6bf8" providerId="LiveId" clId="{3A8479FA-18E4-4577-ABD7-A964C960A3E5}" dt="2025-09-19T08:33:23.175" v="690" actId="27636"/>
        <pc:sldMkLst>
          <pc:docMk/>
          <pc:sldMk cId="3319768399" sldId="266"/>
        </pc:sldMkLst>
        <pc:spChg chg="mod">
          <ac:chgData name="sonam jain" userId="a2febca68d5a6bf8" providerId="LiveId" clId="{3A8479FA-18E4-4577-ABD7-A964C960A3E5}" dt="2025-09-19T08:30:45.307" v="670" actId="27636"/>
          <ac:spMkLst>
            <pc:docMk/>
            <pc:sldMk cId="3319768399" sldId="266"/>
            <ac:spMk id="2" creationId="{6157A815-A27E-4E61-7EA2-EF4A521B8F3C}"/>
          </ac:spMkLst>
        </pc:spChg>
        <pc:spChg chg="mod">
          <ac:chgData name="sonam jain" userId="a2febca68d5a6bf8" providerId="LiveId" clId="{3A8479FA-18E4-4577-ABD7-A964C960A3E5}" dt="2025-09-19T08:33:23.175" v="690" actId="27636"/>
          <ac:spMkLst>
            <pc:docMk/>
            <pc:sldMk cId="3319768399" sldId="266"/>
            <ac:spMk id="3" creationId="{E452E404-F29A-BD52-BE80-0F37412C1E39}"/>
          </ac:spMkLst>
        </pc:spChg>
      </pc:sldChg>
      <pc:sldChg chg="modSp new mod">
        <pc:chgData name="sonam jain" userId="a2febca68d5a6bf8" providerId="LiveId" clId="{3A8479FA-18E4-4577-ABD7-A964C960A3E5}" dt="2025-09-19T08:34:13.148" v="699" actId="27636"/>
        <pc:sldMkLst>
          <pc:docMk/>
          <pc:sldMk cId="3547820901" sldId="267"/>
        </pc:sldMkLst>
        <pc:spChg chg="mod">
          <ac:chgData name="sonam jain" userId="a2febca68d5a6bf8" providerId="LiveId" clId="{3A8479FA-18E4-4577-ABD7-A964C960A3E5}" dt="2025-09-19T08:33:47.240" v="694" actId="27636"/>
          <ac:spMkLst>
            <pc:docMk/>
            <pc:sldMk cId="3547820901" sldId="267"/>
            <ac:spMk id="2" creationId="{D294FFBE-A4F3-55A0-B3EC-B9CC8BAE6E8E}"/>
          </ac:spMkLst>
        </pc:spChg>
        <pc:spChg chg="mod">
          <ac:chgData name="sonam jain" userId="a2febca68d5a6bf8" providerId="LiveId" clId="{3A8479FA-18E4-4577-ABD7-A964C960A3E5}" dt="2025-09-19T08:34:13.148" v="699" actId="27636"/>
          <ac:spMkLst>
            <pc:docMk/>
            <pc:sldMk cId="3547820901" sldId="267"/>
            <ac:spMk id="3" creationId="{0F7E2672-6B67-91B5-E42B-21D9BB539637}"/>
          </ac:spMkLst>
        </pc:spChg>
      </pc:sldChg>
      <pc:sldChg chg="modSp new mod">
        <pc:chgData name="sonam jain" userId="a2febca68d5a6bf8" providerId="LiveId" clId="{3A8479FA-18E4-4577-ABD7-A964C960A3E5}" dt="2025-09-19T08:35:55.645" v="720" actId="404"/>
        <pc:sldMkLst>
          <pc:docMk/>
          <pc:sldMk cId="1009896075" sldId="268"/>
        </pc:sldMkLst>
        <pc:spChg chg="mod">
          <ac:chgData name="sonam jain" userId="a2febca68d5a6bf8" providerId="LiveId" clId="{3A8479FA-18E4-4577-ABD7-A964C960A3E5}" dt="2025-09-19T08:34:34.093" v="703" actId="27636"/>
          <ac:spMkLst>
            <pc:docMk/>
            <pc:sldMk cId="1009896075" sldId="268"/>
            <ac:spMk id="2" creationId="{90F243EF-86DF-1406-2AAD-1CDEFC8DC091}"/>
          </ac:spMkLst>
        </pc:spChg>
        <pc:spChg chg="mod">
          <ac:chgData name="sonam jain" userId="a2febca68d5a6bf8" providerId="LiveId" clId="{3A8479FA-18E4-4577-ABD7-A964C960A3E5}" dt="2025-09-19T08:35:55.645" v="720" actId="404"/>
          <ac:spMkLst>
            <pc:docMk/>
            <pc:sldMk cId="1009896075" sldId="268"/>
            <ac:spMk id="3" creationId="{8A7990B6-218E-A552-7F41-5FAE625210B3}"/>
          </ac:spMkLst>
        </pc:spChg>
      </pc:sldChg>
      <pc:sldChg chg="addSp delSp modSp new mod">
        <pc:chgData name="sonam jain" userId="a2febca68d5a6bf8" providerId="LiveId" clId="{3A8479FA-18E4-4577-ABD7-A964C960A3E5}" dt="2025-09-19T08:43:15.149" v="743" actId="20577"/>
        <pc:sldMkLst>
          <pc:docMk/>
          <pc:sldMk cId="1886084700" sldId="269"/>
        </pc:sldMkLst>
        <pc:spChg chg="add del mod">
          <ac:chgData name="sonam jain" userId="a2febca68d5a6bf8" providerId="LiveId" clId="{3A8479FA-18E4-4577-ABD7-A964C960A3E5}" dt="2025-09-19T08:41:25.239" v="736" actId="113"/>
          <ac:spMkLst>
            <pc:docMk/>
            <pc:sldMk cId="1886084700" sldId="269"/>
            <ac:spMk id="2" creationId="{1FCD3321-296D-3A0A-0E64-56EBCCFDDD79}"/>
          </ac:spMkLst>
        </pc:spChg>
        <pc:spChg chg="add del mod">
          <ac:chgData name="sonam jain" userId="a2febca68d5a6bf8" providerId="LiveId" clId="{3A8479FA-18E4-4577-ABD7-A964C960A3E5}" dt="2025-09-19T08:43:15.149" v="743" actId="20577"/>
          <ac:spMkLst>
            <pc:docMk/>
            <pc:sldMk cId="1886084700" sldId="269"/>
            <ac:spMk id="3" creationId="{D89733AA-4127-3C8B-4B31-C3AFF441559B}"/>
          </ac:spMkLst>
        </pc:spChg>
      </pc:sldChg>
      <pc:sldChg chg="modSp new mod">
        <pc:chgData name="sonam jain" userId="a2febca68d5a6bf8" providerId="LiveId" clId="{3A8479FA-18E4-4577-ABD7-A964C960A3E5}" dt="2025-09-19T08:47:02.478" v="763" actId="27636"/>
        <pc:sldMkLst>
          <pc:docMk/>
          <pc:sldMk cId="2352405407" sldId="270"/>
        </pc:sldMkLst>
        <pc:spChg chg="mod">
          <ac:chgData name="sonam jain" userId="a2febca68d5a6bf8" providerId="LiveId" clId="{3A8479FA-18E4-4577-ABD7-A964C960A3E5}" dt="2025-09-19T08:46:40.788" v="756" actId="27636"/>
          <ac:spMkLst>
            <pc:docMk/>
            <pc:sldMk cId="2352405407" sldId="270"/>
            <ac:spMk id="2" creationId="{DC2E6D51-96AF-D6C1-5190-E12E1CD80D75}"/>
          </ac:spMkLst>
        </pc:spChg>
        <pc:spChg chg="mod">
          <ac:chgData name="sonam jain" userId="a2febca68d5a6bf8" providerId="LiveId" clId="{3A8479FA-18E4-4577-ABD7-A964C960A3E5}" dt="2025-09-19T08:47:02.478" v="763" actId="27636"/>
          <ac:spMkLst>
            <pc:docMk/>
            <pc:sldMk cId="2352405407" sldId="270"/>
            <ac:spMk id="3" creationId="{A45D8414-5517-CECA-206E-C983AB891F93}"/>
          </ac:spMkLst>
        </pc:spChg>
      </pc:sldChg>
      <pc:sldChg chg="modSp add mod">
        <pc:chgData name="sonam jain" userId="a2febca68d5a6bf8" providerId="LiveId" clId="{3A8479FA-18E4-4577-ABD7-A964C960A3E5}" dt="2025-09-19T08:47:02.438" v="762" actId="27636"/>
        <pc:sldMkLst>
          <pc:docMk/>
          <pc:sldMk cId="2315781291" sldId="271"/>
        </pc:sldMkLst>
        <pc:spChg chg="mod">
          <ac:chgData name="sonam jain" userId="a2febca68d5a6bf8" providerId="LiveId" clId="{3A8479FA-18E4-4577-ABD7-A964C960A3E5}" dt="2025-09-19T08:47:02.438" v="762" actId="27636"/>
          <ac:spMkLst>
            <pc:docMk/>
            <pc:sldMk cId="2315781291" sldId="271"/>
            <ac:spMk id="3" creationId="{A45D8414-5517-CECA-206E-C983AB891F93}"/>
          </ac:spMkLst>
        </pc:spChg>
      </pc:sldChg>
      <pc:sldChg chg="modSp new mod ord">
        <pc:chgData name="sonam jain" userId="a2febca68d5a6bf8" providerId="LiveId" clId="{3A8479FA-18E4-4577-ABD7-A964C960A3E5}" dt="2025-09-19T08:48:44.455" v="777"/>
        <pc:sldMkLst>
          <pc:docMk/>
          <pc:sldMk cId="795147303" sldId="272"/>
        </pc:sldMkLst>
        <pc:spChg chg="mod">
          <ac:chgData name="sonam jain" userId="a2febca68d5a6bf8" providerId="LiveId" clId="{3A8479FA-18E4-4577-ABD7-A964C960A3E5}" dt="2025-09-19T08:48:38.351" v="775" actId="113"/>
          <ac:spMkLst>
            <pc:docMk/>
            <pc:sldMk cId="795147303" sldId="272"/>
            <ac:spMk id="2" creationId="{FA1E8B43-2198-9D57-65AA-24BA0FFA1AA3}"/>
          </ac:spMkLst>
        </pc:spChg>
        <pc:spChg chg="mod">
          <ac:chgData name="sonam jain" userId="a2febca68d5a6bf8" providerId="LiveId" clId="{3A8479FA-18E4-4577-ABD7-A964C960A3E5}" dt="2025-09-19T08:47:56.573" v="773" actId="12"/>
          <ac:spMkLst>
            <pc:docMk/>
            <pc:sldMk cId="795147303" sldId="272"/>
            <ac:spMk id="3" creationId="{7DE9AFD1-11FF-BDEB-B29A-1F755C64B05B}"/>
          </ac:spMkLst>
        </pc:spChg>
      </pc:sldChg>
      <pc:sldChg chg="new">
        <pc:chgData name="sonam jain" userId="a2febca68d5a6bf8" providerId="LiveId" clId="{3A8479FA-18E4-4577-ABD7-A964C960A3E5}" dt="2025-09-19T08:48:00.809" v="774" actId="680"/>
        <pc:sldMkLst>
          <pc:docMk/>
          <pc:sldMk cId="3586270496" sldId="273"/>
        </pc:sldMkLst>
      </pc:sldChg>
    </pc:docChg>
  </pc:docChgLst>
  <pc:docChgLst>
    <pc:chgData name="sonam jain" userId="a2febca68d5a6bf8" providerId="LiveId" clId="{83C81AB1-53F3-4A8E-9C29-6229CAD69EB8}"/>
    <pc:docChg chg="undo custSel addSld delSld modSld">
      <pc:chgData name="sonam jain" userId="a2febca68d5a6bf8" providerId="LiveId" clId="{83C81AB1-53F3-4A8E-9C29-6229CAD69EB8}" dt="2025-09-26T08:38:53.808" v="1269" actId="207"/>
      <pc:docMkLst>
        <pc:docMk/>
      </pc:docMkLst>
      <pc:sldChg chg="modSp mod">
        <pc:chgData name="sonam jain" userId="a2febca68d5a6bf8" providerId="LiveId" clId="{83C81AB1-53F3-4A8E-9C29-6229CAD69EB8}" dt="2025-09-23T05:48:33.501" v="13" actId="20577"/>
        <pc:sldMkLst>
          <pc:docMk/>
          <pc:sldMk cId="3817106948" sldId="264"/>
        </pc:sldMkLst>
        <pc:spChg chg="mod">
          <ac:chgData name="sonam jain" userId="a2febca68d5a6bf8" providerId="LiveId" clId="{83C81AB1-53F3-4A8E-9C29-6229CAD69EB8}" dt="2025-09-23T05:36:39.500" v="0"/>
          <ac:spMkLst>
            <pc:docMk/>
            <pc:sldMk cId="3817106948" sldId="264"/>
            <ac:spMk id="2" creationId="{587A0044-F7D0-A34C-B26C-3B4354C491BD}"/>
          </ac:spMkLst>
        </pc:spChg>
        <pc:spChg chg="mod">
          <ac:chgData name="sonam jain" userId="a2febca68d5a6bf8" providerId="LiveId" clId="{83C81AB1-53F3-4A8E-9C29-6229CAD69EB8}" dt="2025-09-23T05:48:33.501" v="13" actId="20577"/>
          <ac:spMkLst>
            <pc:docMk/>
            <pc:sldMk cId="3817106948" sldId="264"/>
            <ac:spMk id="3" creationId="{4063C26C-7C03-709B-1DDF-78603177F3CF}"/>
          </ac:spMkLst>
        </pc:spChg>
      </pc:sldChg>
      <pc:sldChg chg="addSp modSp new mod">
        <pc:chgData name="sonam jain" userId="a2febca68d5a6bf8" providerId="LiveId" clId="{83C81AB1-53F3-4A8E-9C29-6229CAD69EB8}" dt="2025-09-23T05:54:50.045" v="29" actId="27636"/>
        <pc:sldMkLst>
          <pc:docMk/>
          <pc:sldMk cId="881114663" sldId="274"/>
        </pc:sldMkLst>
        <pc:spChg chg="mod">
          <ac:chgData name="sonam jain" userId="a2febca68d5a6bf8" providerId="LiveId" clId="{83C81AB1-53F3-4A8E-9C29-6229CAD69EB8}" dt="2025-09-23T05:37:11.581" v="2"/>
          <ac:spMkLst>
            <pc:docMk/>
            <pc:sldMk cId="881114663" sldId="274"/>
            <ac:spMk id="2" creationId="{9F81E79B-CBD9-9DCB-28DD-E9AB60B41617}"/>
          </ac:spMkLst>
        </pc:spChg>
        <pc:spChg chg="mod">
          <ac:chgData name="sonam jain" userId="a2febca68d5a6bf8" providerId="LiveId" clId="{83C81AB1-53F3-4A8E-9C29-6229CAD69EB8}" dt="2025-09-23T05:54:50.045" v="29" actId="27636"/>
          <ac:spMkLst>
            <pc:docMk/>
            <pc:sldMk cId="881114663" sldId="274"/>
            <ac:spMk id="3" creationId="{E49E6399-5AE7-953F-2AD0-88739AFBF3BA}"/>
          </ac:spMkLst>
        </pc:spChg>
        <pc:picChg chg="add mod">
          <ac:chgData name="sonam jain" userId="a2febca68d5a6bf8" providerId="LiveId" clId="{83C81AB1-53F3-4A8E-9C29-6229CAD69EB8}" dt="2025-09-23T05:54:43.350" v="25"/>
          <ac:picMkLst>
            <pc:docMk/>
            <pc:sldMk cId="881114663" sldId="274"/>
            <ac:picMk id="4" creationId="{260DBE3A-84B2-3DB9-47C6-AE3C8F69D1EF}"/>
          </ac:picMkLst>
        </pc:picChg>
      </pc:sldChg>
      <pc:sldChg chg="addSp delSp modSp new mod">
        <pc:chgData name="sonam jain" userId="a2febca68d5a6bf8" providerId="LiveId" clId="{83C81AB1-53F3-4A8E-9C29-6229CAD69EB8}" dt="2025-09-23T05:55:52.665" v="34" actId="1076"/>
        <pc:sldMkLst>
          <pc:docMk/>
          <pc:sldMk cId="540356441" sldId="275"/>
        </pc:sldMkLst>
        <pc:spChg chg="mod">
          <ac:chgData name="sonam jain" userId="a2febca68d5a6bf8" providerId="LiveId" clId="{83C81AB1-53F3-4A8E-9C29-6229CAD69EB8}" dt="2025-09-23T05:55:27.235" v="31"/>
          <ac:spMkLst>
            <pc:docMk/>
            <pc:sldMk cId="540356441" sldId="275"/>
            <ac:spMk id="2" creationId="{ECF1F77E-201A-9DCC-30BB-54AC8F12F116}"/>
          </ac:spMkLst>
        </pc:spChg>
        <pc:picChg chg="add mod">
          <ac:chgData name="sonam jain" userId="a2febca68d5a6bf8" providerId="LiveId" clId="{83C81AB1-53F3-4A8E-9C29-6229CAD69EB8}" dt="2025-09-23T05:55:52.665" v="34" actId="1076"/>
          <ac:picMkLst>
            <pc:docMk/>
            <pc:sldMk cId="540356441" sldId="275"/>
            <ac:picMk id="4" creationId="{6AE71441-8591-B0F0-DC4B-D95D75DC00C1}"/>
          </ac:picMkLst>
        </pc:picChg>
      </pc:sldChg>
      <pc:sldChg chg="modSp new mod">
        <pc:chgData name="sonam jain" userId="a2febca68d5a6bf8" providerId="LiveId" clId="{83C81AB1-53F3-4A8E-9C29-6229CAD69EB8}" dt="2025-09-23T05:56:37.871" v="41" actId="5793"/>
        <pc:sldMkLst>
          <pc:docMk/>
          <pc:sldMk cId="1327203507" sldId="276"/>
        </pc:sldMkLst>
        <pc:spChg chg="mod">
          <ac:chgData name="sonam jain" userId="a2febca68d5a6bf8" providerId="LiveId" clId="{83C81AB1-53F3-4A8E-9C29-6229CAD69EB8}" dt="2025-09-23T05:56:32.635" v="38"/>
          <ac:spMkLst>
            <pc:docMk/>
            <pc:sldMk cId="1327203507" sldId="276"/>
            <ac:spMk id="2" creationId="{46356C8C-4756-A49C-A3EA-254E4692C23E}"/>
          </ac:spMkLst>
        </pc:spChg>
        <pc:spChg chg="mod">
          <ac:chgData name="sonam jain" userId="a2febca68d5a6bf8" providerId="LiveId" clId="{83C81AB1-53F3-4A8E-9C29-6229CAD69EB8}" dt="2025-09-23T05:56:37.871" v="41" actId="5793"/>
          <ac:spMkLst>
            <pc:docMk/>
            <pc:sldMk cId="1327203507" sldId="276"/>
            <ac:spMk id="3" creationId="{3E9214B4-5512-AF1B-2696-2A5F867B80B6}"/>
          </ac:spMkLst>
        </pc:spChg>
      </pc:sldChg>
      <pc:sldChg chg="modSp new mod">
        <pc:chgData name="sonam jain" userId="a2febca68d5a6bf8" providerId="LiveId" clId="{83C81AB1-53F3-4A8E-9C29-6229CAD69EB8}" dt="2025-09-23T05:57:08.844" v="45" actId="27636"/>
        <pc:sldMkLst>
          <pc:docMk/>
          <pc:sldMk cId="904150739" sldId="277"/>
        </pc:sldMkLst>
        <pc:spChg chg="mod">
          <ac:chgData name="sonam jain" userId="a2febca68d5a6bf8" providerId="LiveId" clId="{83C81AB1-53F3-4A8E-9C29-6229CAD69EB8}" dt="2025-09-23T05:56:53.722" v="43"/>
          <ac:spMkLst>
            <pc:docMk/>
            <pc:sldMk cId="904150739" sldId="277"/>
            <ac:spMk id="2" creationId="{D57E9579-6C4D-EFFA-3B17-01EF0DF9BFD7}"/>
          </ac:spMkLst>
        </pc:spChg>
        <pc:spChg chg="mod">
          <ac:chgData name="sonam jain" userId="a2febca68d5a6bf8" providerId="LiveId" clId="{83C81AB1-53F3-4A8E-9C29-6229CAD69EB8}" dt="2025-09-23T05:57:08.844" v="45" actId="27636"/>
          <ac:spMkLst>
            <pc:docMk/>
            <pc:sldMk cId="904150739" sldId="277"/>
            <ac:spMk id="3" creationId="{17FB9189-0D1C-CFA0-8268-D62D53D6212E}"/>
          </ac:spMkLst>
        </pc:spChg>
      </pc:sldChg>
      <pc:sldChg chg="modSp new mod">
        <pc:chgData name="sonam jain" userId="a2febca68d5a6bf8" providerId="LiveId" clId="{83C81AB1-53F3-4A8E-9C29-6229CAD69EB8}" dt="2025-09-23T05:59:50.806" v="52" actId="12"/>
        <pc:sldMkLst>
          <pc:docMk/>
          <pc:sldMk cId="3789789392" sldId="278"/>
        </pc:sldMkLst>
        <pc:spChg chg="mod">
          <ac:chgData name="sonam jain" userId="a2febca68d5a6bf8" providerId="LiveId" clId="{83C81AB1-53F3-4A8E-9C29-6229CAD69EB8}" dt="2025-09-23T05:57:48.196" v="49" actId="20577"/>
          <ac:spMkLst>
            <pc:docMk/>
            <pc:sldMk cId="3789789392" sldId="278"/>
            <ac:spMk id="2" creationId="{B6D8B421-EFBA-C585-3F85-FCB8462EBD97}"/>
          </ac:spMkLst>
        </pc:spChg>
        <pc:spChg chg="mod">
          <ac:chgData name="sonam jain" userId="a2febca68d5a6bf8" providerId="LiveId" clId="{83C81AB1-53F3-4A8E-9C29-6229CAD69EB8}" dt="2025-09-23T05:59:50.806" v="52" actId="12"/>
          <ac:spMkLst>
            <pc:docMk/>
            <pc:sldMk cId="3789789392" sldId="278"/>
            <ac:spMk id="3" creationId="{4A766511-A35F-BA57-57A2-4EDE962267EC}"/>
          </ac:spMkLst>
        </pc:spChg>
      </pc:sldChg>
      <pc:sldChg chg="addSp modSp new mod">
        <pc:chgData name="sonam jain" userId="a2febca68d5a6bf8" providerId="LiveId" clId="{83C81AB1-53F3-4A8E-9C29-6229CAD69EB8}" dt="2025-09-23T06:01:28.330" v="90" actId="12"/>
        <pc:sldMkLst>
          <pc:docMk/>
          <pc:sldMk cId="4211835787" sldId="279"/>
        </pc:sldMkLst>
        <pc:spChg chg="mod">
          <ac:chgData name="sonam jain" userId="a2febca68d5a6bf8" providerId="LiveId" clId="{83C81AB1-53F3-4A8E-9C29-6229CAD69EB8}" dt="2025-09-23T06:00:25.082" v="70" actId="20577"/>
          <ac:spMkLst>
            <pc:docMk/>
            <pc:sldMk cId="4211835787" sldId="279"/>
            <ac:spMk id="2" creationId="{47874C66-6288-7824-66A8-97F2C4420380}"/>
          </ac:spMkLst>
        </pc:spChg>
        <pc:spChg chg="mod">
          <ac:chgData name="sonam jain" userId="a2febca68d5a6bf8" providerId="LiveId" clId="{83C81AB1-53F3-4A8E-9C29-6229CAD69EB8}" dt="2025-09-23T06:01:28.330" v="90" actId="12"/>
          <ac:spMkLst>
            <pc:docMk/>
            <pc:sldMk cId="4211835787" sldId="279"/>
            <ac:spMk id="3" creationId="{4863CD2F-D98D-21E4-8977-E4891F6A9230}"/>
          </ac:spMkLst>
        </pc:spChg>
        <pc:picChg chg="add mod">
          <ac:chgData name="sonam jain" userId="a2febca68d5a6bf8" providerId="LiveId" clId="{83C81AB1-53F3-4A8E-9C29-6229CAD69EB8}" dt="2025-09-23T06:00:54.724" v="76" actId="1076"/>
          <ac:picMkLst>
            <pc:docMk/>
            <pc:sldMk cId="4211835787" sldId="279"/>
            <ac:picMk id="4" creationId="{2B4CC843-F794-2F3F-B97E-C9B0358449C6}"/>
          </ac:picMkLst>
        </pc:picChg>
      </pc:sldChg>
      <pc:sldChg chg="addSp modSp new mod">
        <pc:chgData name="sonam jain" userId="a2febca68d5a6bf8" providerId="LiveId" clId="{83C81AB1-53F3-4A8E-9C29-6229CAD69EB8}" dt="2025-09-23T06:13:43.509" v="129" actId="1076"/>
        <pc:sldMkLst>
          <pc:docMk/>
          <pc:sldMk cId="870155820" sldId="280"/>
        </pc:sldMkLst>
        <pc:spChg chg="mod">
          <ac:chgData name="sonam jain" userId="a2febca68d5a6bf8" providerId="LiveId" clId="{83C81AB1-53F3-4A8E-9C29-6229CAD69EB8}" dt="2025-09-23T06:10:30.358" v="118"/>
          <ac:spMkLst>
            <pc:docMk/>
            <pc:sldMk cId="870155820" sldId="280"/>
            <ac:spMk id="2" creationId="{5030EE2C-3FDC-8D79-01A7-66FA8EBE09D5}"/>
          </ac:spMkLst>
        </pc:spChg>
        <pc:spChg chg="mod">
          <ac:chgData name="sonam jain" userId="a2febca68d5a6bf8" providerId="LiveId" clId="{83C81AB1-53F3-4A8E-9C29-6229CAD69EB8}" dt="2025-09-23T06:13:34.041" v="127"/>
          <ac:spMkLst>
            <pc:docMk/>
            <pc:sldMk cId="870155820" sldId="280"/>
            <ac:spMk id="3" creationId="{BB5AEF75-C13A-8963-09F0-5D94014681C8}"/>
          </ac:spMkLst>
        </pc:spChg>
        <pc:picChg chg="add mod">
          <ac:chgData name="sonam jain" userId="a2febca68d5a6bf8" providerId="LiveId" clId="{83C81AB1-53F3-4A8E-9C29-6229CAD69EB8}" dt="2025-09-23T06:13:43.509" v="129" actId="1076"/>
          <ac:picMkLst>
            <pc:docMk/>
            <pc:sldMk cId="870155820" sldId="280"/>
            <ac:picMk id="6" creationId="{7E542EB0-5173-5769-6C08-7D5C07A8FCA2}"/>
          </ac:picMkLst>
        </pc:picChg>
      </pc:sldChg>
      <pc:sldChg chg="addSp modSp new mod">
        <pc:chgData name="sonam jain" userId="a2febca68d5a6bf8" providerId="LiveId" clId="{83C81AB1-53F3-4A8E-9C29-6229CAD69EB8}" dt="2025-09-23T06:03:39.217" v="117" actId="14100"/>
        <pc:sldMkLst>
          <pc:docMk/>
          <pc:sldMk cId="1882064049" sldId="281"/>
        </pc:sldMkLst>
        <pc:spChg chg="mod">
          <ac:chgData name="sonam jain" userId="a2febca68d5a6bf8" providerId="LiveId" clId="{83C81AB1-53F3-4A8E-9C29-6229CAD69EB8}" dt="2025-09-23T06:02:05.754" v="93"/>
          <ac:spMkLst>
            <pc:docMk/>
            <pc:sldMk cId="1882064049" sldId="281"/>
            <ac:spMk id="2" creationId="{2FF9A4B7-3EA6-AC0F-3B1D-DDBA88B83433}"/>
          </ac:spMkLst>
        </pc:spChg>
        <pc:spChg chg="mod">
          <ac:chgData name="sonam jain" userId="a2febca68d5a6bf8" providerId="LiveId" clId="{83C81AB1-53F3-4A8E-9C29-6229CAD69EB8}" dt="2025-09-23T06:03:39.217" v="117" actId="14100"/>
          <ac:spMkLst>
            <pc:docMk/>
            <pc:sldMk cId="1882064049" sldId="281"/>
            <ac:spMk id="3" creationId="{DC5760BB-BEA2-05AC-6269-21E79B57BD13}"/>
          </ac:spMkLst>
        </pc:spChg>
        <pc:picChg chg="add mod">
          <ac:chgData name="sonam jain" userId="a2febca68d5a6bf8" providerId="LiveId" clId="{83C81AB1-53F3-4A8E-9C29-6229CAD69EB8}" dt="2025-09-23T06:03:04.375" v="105" actId="1076"/>
          <ac:picMkLst>
            <pc:docMk/>
            <pc:sldMk cId="1882064049" sldId="281"/>
            <ac:picMk id="4" creationId="{D1E5705A-E537-D8DA-680B-A53E519A3E42}"/>
          </ac:picMkLst>
        </pc:picChg>
      </pc:sldChg>
      <pc:sldChg chg="addSp modSp new mod">
        <pc:chgData name="sonam jain" userId="a2febca68d5a6bf8" providerId="LiveId" clId="{83C81AB1-53F3-4A8E-9C29-6229CAD69EB8}" dt="2025-09-23T06:14:29.959" v="136" actId="1076"/>
        <pc:sldMkLst>
          <pc:docMk/>
          <pc:sldMk cId="648721454" sldId="282"/>
        </pc:sldMkLst>
        <pc:spChg chg="mod">
          <ac:chgData name="sonam jain" userId="a2febca68d5a6bf8" providerId="LiveId" clId="{83C81AB1-53F3-4A8E-9C29-6229CAD69EB8}" dt="2025-09-23T06:14:12.589" v="133" actId="20577"/>
          <ac:spMkLst>
            <pc:docMk/>
            <pc:sldMk cId="648721454" sldId="282"/>
            <ac:spMk id="2" creationId="{D817516B-D6F7-5705-A3FA-F55B8F695D42}"/>
          </ac:spMkLst>
        </pc:spChg>
        <pc:spChg chg="mod">
          <ac:chgData name="sonam jain" userId="a2febca68d5a6bf8" providerId="LiveId" clId="{83C81AB1-53F3-4A8E-9C29-6229CAD69EB8}" dt="2025-09-23T06:14:21.863" v="134"/>
          <ac:spMkLst>
            <pc:docMk/>
            <pc:sldMk cId="648721454" sldId="282"/>
            <ac:spMk id="3" creationId="{2443217A-04AA-7E58-AC97-32740B60E2A3}"/>
          </ac:spMkLst>
        </pc:spChg>
        <pc:picChg chg="add mod">
          <ac:chgData name="sonam jain" userId="a2febca68d5a6bf8" providerId="LiveId" clId="{83C81AB1-53F3-4A8E-9C29-6229CAD69EB8}" dt="2025-09-23T06:14:29.959" v="136" actId="1076"/>
          <ac:picMkLst>
            <pc:docMk/>
            <pc:sldMk cId="648721454" sldId="282"/>
            <ac:picMk id="4" creationId="{EDA25C9B-2F9A-8590-2ECD-28D356CB7C19}"/>
          </ac:picMkLst>
        </pc:picChg>
      </pc:sldChg>
      <pc:sldChg chg="modSp new mod">
        <pc:chgData name="sonam jain" userId="a2febca68d5a6bf8" providerId="LiveId" clId="{83C81AB1-53F3-4A8E-9C29-6229CAD69EB8}" dt="2025-09-23T06:15:21.336" v="153" actId="12"/>
        <pc:sldMkLst>
          <pc:docMk/>
          <pc:sldMk cId="3084615441" sldId="283"/>
        </pc:sldMkLst>
        <pc:spChg chg="mod">
          <ac:chgData name="sonam jain" userId="a2febca68d5a6bf8" providerId="LiveId" clId="{83C81AB1-53F3-4A8E-9C29-6229CAD69EB8}" dt="2025-09-23T06:15:08.820" v="152" actId="20577"/>
          <ac:spMkLst>
            <pc:docMk/>
            <pc:sldMk cId="3084615441" sldId="283"/>
            <ac:spMk id="2" creationId="{7D758CD7-D57D-B46E-2087-0C0C082915C0}"/>
          </ac:spMkLst>
        </pc:spChg>
        <pc:spChg chg="mod">
          <ac:chgData name="sonam jain" userId="a2febca68d5a6bf8" providerId="LiveId" clId="{83C81AB1-53F3-4A8E-9C29-6229CAD69EB8}" dt="2025-09-23T06:15:21.336" v="153" actId="12"/>
          <ac:spMkLst>
            <pc:docMk/>
            <pc:sldMk cId="3084615441" sldId="283"/>
            <ac:spMk id="3" creationId="{A1466494-8436-1E71-58F9-8550673CE86A}"/>
          </ac:spMkLst>
        </pc:spChg>
      </pc:sldChg>
      <pc:sldChg chg="modSp new mod">
        <pc:chgData name="sonam jain" userId="a2febca68d5a6bf8" providerId="LiveId" clId="{83C81AB1-53F3-4A8E-9C29-6229CAD69EB8}" dt="2025-09-23T06:19:18.772" v="200" actId="20577"/>
        <pc:sldMkLst>
          <pc:docMk/>
          <pc:sldMk cId="2483845608" sldId="284"/>
        </pc:sldMkLst>
        <pc:spChg chg="mod">
          <ac:chgData name="sonam jain" userId="a2febca68d5a6bf8" providerId="LiveId" clId="{83C81AB1-53F3-4A8E-9C29-6229CAD69EB8}" dt="2025-09-23T06:17:17.548" v="155"/>
          <ac:spMkLst>
            <pc:docMk/>
            <pc:sldMk cId="2483845608" sldId="284"/>
            <ac:spMk id="2" creationId="{671EE748-46E9-B1DD-04E1-8E09628BCC94}"/>
          </ac:spMkLst>
        </pc:spChg>
        <pc:spChg chg="mod">
          <ac:chgData name="sonam jain" userId="a2febca68d5a6bf8" providerId="LiveId" clId="{83C81AB1-53F3-4A8E-9C29-6229CAD69EB8}" dt="2025-09-23T06:19:18.772" v="200" actId="20577"/>
          <ac:spMkLst>
            <pc:docMk/>
            <pc:sldMk cId="2483845608" sldId="284"/>
            <ac:spMk id="3" creationId="{9CDA960E-9D0B-3D27-A1AF-DB3C55B25994}"/>
          </ac:spMkLst>
        </pc:spChg>
      </pc:sldChg>
      <pc:sldChg chg="modSp new mod">
        <pc:chgData name="sonam jain" userId="a2febca68d5a6bf8" providerId="LiveId" clId="{83C81AB1-53F3-4A8E-9C29-6229CAD69EB8}" dt="2025-09-23T06:23:54.381" v="206" actId="20577"/>
        <pc:sldMkLst>
          <pc:docMk/>
          <pc:sldMk cId="1714183649" sldId="285"/>
        </pc:sldMkLst>
        <pc:spChg chg="mod">
          <ac:chgData name="sonam jain" userId="a2febca68d5a6bf8" providerId="LiveId" clId="{83C81AB1-53F3-4A8E-9C29-6229CAD69EB8}" dt="2025-09-23T06:21:01.997" v="202"/>
          <ac:spMkLst>
            <pc:docMk/>
            <pc:sldMk cId="1714183649" sldId="285"/>
            <ac:spMk id="2" creationId="{F51C98E1-DA56-E7EB-3536-B82D321AE4CC}"/>
          </ac:spMkLst>
        </pc:spChg>
        <pc:spChg chg="mod">
          <ac:chgData name="sonam jain" userId="a2febca68d5a6bf8" providerId="LiveId" clId="{83C81AB1-53F3-4A8E-9C29-6229CAD69EB8}" dt="2025-09-23T06:23:54.381" v="206" actId="20577"/>
          <ac:spMkLst>
            <pc:docMk/>
            <pc:sldMk cId="1714183649" sldId="285"/>
            <ac:spMk id="3" creationId="{0E8CD64F-37B1-62E2-A199-308307A876D8}"/>
          </ac:spMkLst>
        </pc:spChg>
      </pc:sldChg>
      <pc:sldChg chg="modSp new mod">
        <pc:chgData name="sonam jain" userId="a2febca68d5a6bf8" providerId="LiveId" clId="{83C81AB1-53F3-4A8E-9C29-6229CAD69EB8}" dt="2025-09-23T06:24:50.560" v="222" actId="27636"/>
        <pc:sldMkLst>
          <pc:docMk/>
          <pc:sldMk cId="2565922098" sldId="286"/>
        </pc:sldMkLst>
        <pc:spChg chg="mod">
          <ac:chgData name="sonam jain" userId="a2febca68d5a6bf8" providerId="LiveId" clId="{83C81AB1-53F3-4A8E-9C29-6229CAD69EB8}" dt="2025-09-23T06:24:47.429" v="220" actId="27636"/>
          <ac:spMkLst>
            <pc:docMk/>
            <pc:sldMk cId="2565922098" sldId="286"/>
            <ac:spMk id="2" creationId="{2F3441DB-2F5C-B3D3-9C7C-FB6335C0665F}"/>
          </ac:spMkLst>
        </pc:spChg>
        <pc:spChg chg="mod">
          <ac:chgData name="sonam jain" userId="a2febca68d5a6bf8" providerId="LiveId" clId="{83C81AB1-53F3-4A8E-9C29-6229CAD69EB8}" dt="2025-09-23T06:24:50.560" v="222" actId="27636"/>
          <ac:spMkLst>
            <pc:docMk/>
            <pc:sldMk cId="2565922098" sldId="286"/>
            <ac:spMk id="3" creationId="{91DA2989-1AA1-FCA2-08E7-FC88FA5A3855}"/>
          </ac:spMkLst>
        </pc:spChg>
      </pc:sldChg>
      <pc:sldChg chg="modSp new mod">
        <pc:chgData name="sonam jain" userId="a2febca68d5a6bf8" providerId="LiveId" clId="{83C81AB1-53F3-4A8E-9C29-6229CAD69EB8}" dt="2025-09-23T06:27:19.122" v="226" actId="5793"/>
        <pc:sldMkLst>
          <pc:docMk/>
          <pc:sldMk cId="613180867" sldId="287"/>
        </pc:sldMkLst>
        <pc:spChg chg="mod">
          <ac:chgData name="sonam jain" userId="a2febca68d5a6bf8" providerId="LiveId" clId="{83C81AB1-53F3-4A8E-9C29-6229CAD69EB8}" dt="2025-09-23T06:25:18.413" v="224"/>
          <ac:spMkLst>
            <pc:docMk/>
            <pc:sldMk cId="613180867" sldId="287"/>
            <ac:spMk id="2" creationId="{CCF46152-27C0-840C-41F4-F0EFCC594846}"/>
          </ac:spMkLst>
        </pc:spChg>
        <pc:spChg chg="mod">
          <ac:chgData name="sonam jain" userId="a2febca68d5a6bf8" providerId="LiveId" clId="{83C81AB1-53F3-4A8E-9C29-6229CAD69EB8}" dt="2025-09-23T06:27:19.122" v="226" actId="5793"/>
          <ac:spMkLst>
            <pc:docMk/>
            <pc:sldMk cId="613180867" sldId="287"/>
            <ac:spMk id="3" creationId="{C47E204B-0142-F720-71CC-44D8C20753AA}"/>
          </ac:spMkLst>
        </pc:spChg>
      </pc:sldChg>
      <pc:sldChg chg="modSp new mod">
        <pc:chgData name="sonam jain" userId="a2febca68d5a6bf8" providerId="LiveId" clId="{83C81AB1-53F3-4A8E-9C29-6229CAD69EB8}" dt="2025-09-25T03:50:29.598" v="424" actId="27636"/>
        <pc:sldMkLst>
          <pc:docMk/>
          <pc:sldMk cId="4183650435" sldId="288"/>
        </pc:sldMkLst>
        <pc:spChg chg="mod">
          <ac:chgData name="sonam jain" userId="a2febca68d5a6bf8" providerId="LiveId" clId="{83C81AB1-53F3-4A8E-9C29-6229CAD69EB8}" dt="2025-09-24T16:44:06.311" v="257" actId="20577"/>
          <ac:spMkLst>
            <pc:docMk/>
            <pc:sldMk cId="4183650435" sldId="288"/>
            <ac:spMk id="2" creationId="{055E11E1-6AB2-1AD6-0E02-C880537B3422}"/>
          </ac:spMkLst>
        </pc:spChg>
        <pc:spChg chg="mod">
          <ac:chgData name="sonam jain" userId="a2febca68d5a6bf8" providerId="LiveId" clId="{83C81AB1-53F3-4A8E-9C29-6229CAD69EB8}" dt="2025-09-25T03:50:29.598" v="424" actId="27636"/>
          <ac:spMkLst>
            <pc:docMk/>
            <pc:sldMk cId="4183650435" sldId="288"/>
            <ac:spMk id="3" creationId="{D9DCE552-5564-A2FC-3D00-C3BB7B429FBF}"/>
          </ac:spMkLst>
        </pc:spChg>
      </pc:sldChg>
      <pc:sldChg chg="modSp new mod">
        <pc:chgData name="sonam jain" userId="a2febca68d5a6bf8" providerId="LiveId" clId="{83C81AB1-53F3-4A8E-9C29-6229CAD69EB8}" dt="2025-09-25T03:53:08.065" v="425" actId="20577"/>
        <pc:sldMkLst>
          <pc:docMk/>
          <pc:sldMk cId="1712029096" sldId="289"/>
        </pc:sldMkLst>
        <pc:spChg chg="mod">
          <ac:chgData name="sonam jain" userId="a2febca68d5a6bf8" providerId="LiveId" clId="{83C81AB1-53F3-4A8E-9C29-6229CAD69EB8}" dt="2025-09-25T03:53:08.065" v="425" actId="20577"/>
          <ac:spMkLst>
            <pc:docMk/>
            <pc:sldMk cId="1712029096" sldId="289"/>
            <ac:spMk id="3" creationId="{C95D0A8F-8423-2768-0D2B-80A4A510F8AD}"/>
          </ac:spMkLst>
        </pc:spChg>
      </pc:sldChg>
      <pc:sldChg chg="addSp delSp modSp new mod">
        <pc:chgData name="sonam jain" userId="a2febca68d5a6bf8" providerId="LiveId" clId="{83C81AB1-53F3-4A8E-9C29-6229CAD69EB8}" dt="2025-09-24T16:52:52.927" v="313" actId="14100"/>
        <pc:sldMkLst>
          <pc:docMk/>
          <pc:sldMk cId="3901386479" sldId="290"/>
        </pc:sldMkLst>
        <pc:spChg chg="mod">
          <ac:chgData name="sonam jain" userId="a2febca68d5a6bf8" providerId="LiveId" clId="{83C81AB1-53F3-4A8E-9C29-6229CAD69EB8}" dt="2025-09-24T16:52:37.313" v="307" actId="20577"/>
          <ac:spMkLst>
            <pc:docMk/>
            <pc:sldMk cId="3901386479" sldId="290"/>
            <ac:spMk id="2" creationId="{3BDF7693-AC48-6E6C-D520-DAF3E3115A86}"/>
          </ac:spMkLst>
        </pc:spChg>
        <pc:graphicFrameChg chg="add mod modGraphic">
          <ac:chgData name="sonam jain" userId="a2febca68d5a6bf8" providerId="LiveId" clId="{83C81AB1-53F3-4A8E-9C29-6229CAD69EB8}" dt="2025-09-24T16:52:52.927" v="313" actId="14100"/>
          <ac:graphicFrameMkLst>
            <pc:docMk/>
            <pc:sldMk cId="3901386479" sldId="290"/>
            <ac:graphicFrameMk id="4" creationId="{CBED20A2-1559-DDC3-6DFF-3B6D64CF105A}"/>
          </ac:graphicFrameMkLst>
        </pc:graphicFrameChg>
      </pc:sldChg>
      <pc:sldChg chg="modSp new mod">
        <pc:chgData name="sonam jain" userId="a2febca68d5a6bf8" providerId="LiveId" clId="{83C81AB1-53F3-4A8E-9C29-6229CAD69EB8}" dt="2025-09-25T04:00:59.781" v="500" actId="20577"/>
        <pc:sldMkLst>
          <pc:docMk/>
          <pc:sldMk cId="342798157" sldId="291"/>
        </pc:sldMkLst>
        <pc:spChg chg="mod">
          <ac:chgData name="sonam jain" userId="a2febca68d5a6bf8" providerId="LiveId" clId="{83C81AB1-53F3-4A8E-9C29-6229CAD69EB8}" dt="2025-09-24T17:00:09.436" v="315"/>
          <ac:spMkLst>
            <pc:docMk/>
            <pc:sldMk cId="342798157" sldId="291"/>
            <ac:spMk id="2" creationId="{76F9F708-D200-EFE4-650F-5D83B92A6F8E}"/>
          </ac:spMkLst>
        </pc:spChg>
        <pc:spChg chg="mod">
          <ac:chgData name="sonam jain" userId="a2febca68d5a6bf8" providerId="LiveId" clId="{83C81AB1-53F3-4A8E-9C29-6229CAD69EB8}" dt="2025-09-25T04:00:59.781" v="500" actId="20577"/>
          <ac:spMkLst>
            <pc:docMk/>
            <pc:sldMk cId="342798157" sldId="291"/>
            <ac:spMk id="3" creationId="{131A5679-FFF3-6107-798F-97CC90CB2335}"/>
          </ac:spMkLst>
        </pc:spChg>
      </pc:sldChg>
      <pc:sldChg chg="modSp new mod">
        <pc:chgData name="sonam jain" userId="a2febca68d5a6bf8" providerId="LiveId" clId="{83C81AB1-53F3-4A8E-9C29-6229CAD69EB8}" dt="2025-09-24T17:11:53.107" v="420" actId="12"/>
        <pc:sldMkLst>
          <pc:docMk/>
          <pc:sldMk cId="3141754629" sldId="292"/>
        </pc:sldMkLst>
        <pc:spChg chg="mod">
          <ac:chgData name="sonam jain" userId="a2febca68d5a6bf8" providerId="LiveId" clId="{83C81AB1-53F3-4A8E-9C29-6229CAD69EB8}" dt="2025-09-24T17:11:47.007" v="419" actId="27636"/>
          <ac:spMkLst>
            <pc:docMk/>
            <pc:sldMk cId="3141754629" sldId="292"/>
            <ac:spMk id="2" creationId="{F985E665-1B5A-3AF6-194B-6C5364A1BEEA}"/>
          </ac:spMkLst>
        </pc:spChg>
        <pc:spChg chg="mod">
          <ac:chgData name="sonam jain" userId="a2febca68d5a6bf8" providerId="LiveId" clId="{83C81AB1-53F3-4A8E-9C29-6229CAD69EB8}" dt="2025-09-24T17:11:53.107" v="420" actId="12"/>
          <ac:spMkLst>
            <pc:docMk/>
            <pc:sldMk cId="3141754629" sldId="292"/>
            <ac:spMk id="3" creationId="{5CDC9E55-2A79-5AF7-560F-01E80CB5EA68}"/>
          </ac:spMkLst>
        </pc:spChg>
      </pc:sldChg>
      <pc:sldChg chg="modSp new mod">
        <pc:chgData name="sonam jain" userId="a2febca68d5a6bf8" providerId="LiveId" clId="{83C81AB1-53F3-4A8E-9C29-6229CAD69EB8}" dt="2025-09-24T17:02:25.452" v="392" actId="5793"/>
        <pc:sldMkLst>
          <pc:docMk/>
          <pc:sldMk cId="2295991037" sldId="293"/>
        </pc:sldMkLst>
        <pc:spChg chg="mod">
          <ac:chgData name="sonam jain" userId="a2febca68d5a6bf8" providerId="LiveId" clId="{83C81AB1-53F3-4A8E-9C29-6229CAD69EB8}" dt="2025-09-24T17:02:22.606" v="391" actId="20577"/>
          <ac:spMkLst>
            <pc:docMk/>
            <pc:sldMk cId="2295991037" sldId="293"/>
            <ac:spMk id="2" creationId="{C440AFB4-227F-60FF-8866-41E4B0E7206E}"/>
          </ac:spMkLst>
        </pc:spChg>
        <pc:spChg chg="mod">
          <ac:chgData name="sonam jain" userId="a2febca68d5a6bf8" providerId="LiveId" clId="{83C81AB1-53F3-4A8E-9C29-6229CAD69EB8}" dt="2025-09-24T17:02:25.452" v="392" actId="5793"/>
          <ac:spMkLst>
            <pc:docMk/>
            <pc:sldMk cId="2295991037" sldId="293"/>
            <ac:spMk id="3" creationId="{F432F29D-0C42-781D-08C5-15961F5D4441}"/>
          </ac:spMkLst>
        </pc:spChg>
      </pc:sldChg>
      <pc:sldChg chg="addSp delSp modSp new mod modClrScheme chgLayout modNotesTx">
        <pc:chgData name="sonam jain" userId="a2febca68d5a6bf8" providerId="LiveId" clId="{83C81AB1-53F3-4A8E-9C29-6229CAD69EB8}" dt="2025-09-25T04:00:00.587" v="491" actId="313"/>
        <pc:sldMkLst>
          <pc:docMk/>
          <pc:sldMk cId="2820365536" sldId="294"/>
        </pc:sldMkLst>
        <pc:spChg chg="add mod ord">
          <ac:chgData name="sonam jain" userId="a2febca68d5a6bf8" providerId="LiveId" clId="{83C81AB1-53F3-4A8E-9C29-6229CAD69EB8}" dt="2025-09-24T17:04:25.478" v="407" actId="27636"/>
          <ac:spMkLst>
            <pc:docMk/>
            <pc:sldMk cId="2820365536" sldId="294"/>
            <ac:spMk id="4" creationId="{2E50824A-842B-513C-61D7-C87BFA6E6BC9}"/>
          </ac:spMkLst>
        </pc:spChg>
        <pc:picChg chg="add mod">
          <ac:chgData name="sonam jain" userId="a2febca68d5a6bf8" providerId="LiveId" clId="{83C81AB1-53F3-4A8E-9C29-6229CAD69EB8}" dt="2025-09-24T17:04:29.397" v="408" actId="14100"/>
          <ac:picMkLst>
            <pc:docMk/>
            <pc:sldMk cId="2820365536" sldId="294"/>
            <ac:picMk id="8" creationId="{05BEE682-6F1C-0A53-40F6-5C36FE2CE598}"/>
          </ac:picMkLst>
        </pc:picChg>
        <pc:picChg chg="add mod">
          <ac:chgData name="sonam jain" userId="a2febca68d5a6bf8" providerId="LiveId" clId="{83C81AB1-53F3-4A8E-9C29-6229CAD69EB8}" dt="2025-09-24T17:10:28.798" v="411" actId="1036"/>
          <ac:picMkLst>
            <pc:docMk/>
            <pc:sldMk cId="2820365536" sldId="294"/>
            <ac:picMk id="10" creationId="{8EC7570A-112A-573E-A6A0-655C75E5C04E}"/>
          </ac:picMkLst>
        </pc:picChg>
      </pc:sldChg>
      <pc:sldChg chg="modSp new mod">
        <pc:chgData name="sonam jain" userId="a2febca68d5a6bf8" providerId="LiveId" clId="{83C81AB1-53F3-4A8E-9C29-6229CAD69EB8}" dt="2025-09-25T04:06:22.387" v="521" actId="20577"/>
        <pc:sldMkLst>
          <pc:docMk/>
          <pc:sldMk cId="1319108019" sldId="295"/>
        </pc:sldMkLst>
        <pc:spChg chg="mod">
          <ac:chgData name="sonam jain" userId="a2febca68d5a6bf8" providerId="LiveId" clId="{83C81AB1-53F3-4A8E-9C29-6229CAD69EB8}" dt="2025-09-25T04:03:53.802" v="514" actId="20577"/>
          <ac:spMkLst>
            <pc:docMk/>
            <pc:sldMk cId="1319108019" sldId="295"/>
            <ac:spMk id="2" creationId="{DCE8C237-922B-95F2-D307-8823077D8122}"/>
          </ac:spMkLst>
        </pc:spChg>
        <pc:spChg chg="mod">
          <ac:chgData name="sonam jain" userId="a2febca68d5a6bf8" providerId="LiveId" clId="{83C81AB1-53F3-4A8E-9C29-6229CAD69EB8}" dt="2025-09-25T04:06:22.387" v="521" actId="20577"/>
          <ac:spMkLst>
            <pc:docMk/>
            <pc:sldMk cId="1319108019" sldId="295"/>
            <ac:spMk id="3" creationId="{93EA4DCB-754B-FB47-ECCA-8A95313EB21C}"/>
          </ac:spMkLst>
        </pc:spChg>
      </pc:sldChg>
      <pc:sldChg chg="modSp new mod">
        <pc:chgData name="sonam jain" userId="a2febca68d5a6bf8" providerId="LiveId" clId="{83C81AB1-53F3-4A8E-9C29-6229CAD69EB8}" dt="2025-09-25T04:07:05.837" v="535" actId="20577"/>
        <pc:sldMkLst>
          <pc:docMk/>
          <pc:sldMk cId="158017371" sldId="296"/>
        </pc:sldMkLst>
        <pc:spChg chg="mod">
          <ac:chgData name="sonam jain" userId="a2febca68d5a6bf8" providerId="LiveId" clId="{83C81AB1-53F3-4A8E-9C29-6229CAD69EB8}" dt="2025-09-25T04:06:26.616" v="523"/>
          <ac:spMkLst>
            <pc:docMk/>
            <pc:sldMk cId="158017371" sldId="296"/>
            <ac:spMk id="2" creationId="{AD5867B6-31AB-2853-688A-E5043FB9B8B0}"/>
          </ac:spMkLst>
        </pc:spChg>
        <pc:spChg chg="mod">
          <ac:chgData name="sonam jain" userId="a2febca68d5a6bf8" providerId="LiveId" clId="{83C81AB1-53F3-4A8E-9C29-6229CAD69EB8}" dt="2025-09-25T04:07:05.837" v="535" actId="20577"/>
          <ac:spMkLst>
            <pc:docMk/>
            <pc:sldMk cId="158017371" sldId="296"/>
            <ac:spMk id="3" creationId="{0D4BD5F8-F771-77FC-CE2F-E46791F8A1BE}"/>
          </ac:spMkLst>
        </pc:spChg>
      </pc:sldChg>
      <pc:sldChg chg="modSp new mod">
        <pc:chgData name="sonam jain" userId="a2febca68d5a6bf8" providerId="LiveId" clId="{83C81AB1-53F3-4A8E-9C29-6229CAD69EB8}" dt="2025-09-25T04:11:43.812" v="578" actId="20577"/>
        <pc:sldMkLst>
          <pc:docMk/>
          <pc:sldMk cId="3250214176" sldId="297"/>
        </pc:sldMkLst>
        <pc:spChg chg="mod">
          <ac:chgData name="sonam jain" userId="a2febca68d5a6bf8" providerId="LiveId" clId="{83C81AB1-53F3-4A8E-9C29-6229CAD69EB8}" dt="2025-09-25T04:08:50.396" v="545" actId="27636"/>
          <ac:spMkLst>
            <pc:docMk/>
            <pc:sldMk cId="3250214176" sldId="297"/>
            <ac:spMk id="2" creationId="{5643E65B-BE30-2BAE-B2E5-3ABB329C6E79}"/>
          </ac:spMkLst>
        </pc:spChg>
        <pc:spChg chg="mod">
          <ac:chgData name="sonam jain" userId="a2febca68d5a6bf8" providerId="LiveId" clId="{83C81AB1-53F3-4A8E-9C29-6229CAD69EB8}" dt="2025-09-25T04:11:43.812" v="578" actId="20577"/>
          <ac:spMkLst>
            <pc:docMk/>
            <pc:sldMk cId="3250214176" sldId="297"/>
            <ac:spMk id="3" creationId="{2835F4C8-9547-C780-4380-C8E7EAA283BB}"/>
          </ac:spMkLst>
        </pc:spChg>
      </pc:sldChg>
      <pc:sldChg chg="modSp new mod">
        <pc:chgData name="sonam jain" userId="a2febca68d5a6bf8" providerId="LiveId" clId="{83C81AB1-53F3-4A8E-9C29-6229CAD69EB8}" dt="2025-09-25T04:13:35.521" v="588" actId="5793"/>
        <pc:sldMkLst>
          <pc:docMk/>
          <pc:sldMk cId="568669023" sldId="298"/>
        </pc:sldMkLst>
        <pc:spChg chg="mod">
          <ac:chgData name="sonam jain" userId="a2febca68d5a6bf8" providerId="LiveId" clId="{83C81AB1-53F3-4A8E-9C29-6229CAD69EB8}" dt="2025-09-25T04:13:08.129" v="583" actId="20577"/>
          <ac:spMkLst>
            <pc:docMk/>
            <pc:sldMk cId="568669023" sldId="298"/>
            <ac:spMk id="2" creationId="{7FFA0A43-9DB8-5886-67B5-938C37061C3C}"/>
          </ac:spMkLst>
        </pc:spChg>
        <pc:spChg chg="mod">
          <ac:chgData name="sonam jain" userId="a2febca68d5a6bf8" providerId="LiveId" clId="{83C81AB1-53F3-4A8E-9C29-6229CAD69EB8}" dt="2025-09-25T04:13:35.521" v="588" actId="5793"/>
          <ac:spMkLst>
            <pc:docMk/>
            <pc:sldMk cId="568669023" sldId="298"/>
            <ac:spMk id="3" creationId="{90CAFC51-FBA6-C1C3-D532-3967C0BD9FFF}"/>
          </ac:spMkLst>
        </pc:spChg>
      </pc:sldChg>
      <pc:sldChg chg="modSp new mod">
        <pc:chgData name="sonam jain" userId="a2febca68d5a6bf8" providerId="LiveId" clId="{83C81AB1-53F3-4A8E-9C29-6229CAD69EB8}" dt="2025-09-25T04:14:38.750" v="674" actId="20577"/>
        <pc:sldMkLst>
          <pc:docMk/>
          <pc:sldMk cId="1795016787" sldId="299"/>
        </pc:sldMkLst>
        <pc:spChg chg="mod">
          <ac:chgData name="sonam jain" userId="a2febca68d5a6bf8" providerId="LiveId" clId="{83C81AB1-53F3-4A8E-9C29-6229CAD69EB8}" dt="2025-09-25T04:14:17.515" v="592"/>
          <ac:spMkLst>
            <pc:docMk/>
            <pc:sldMk cId="1795016787" sldId="299"/>
            <ac:spMk id="2" creationId="{2E1193C8-5EB5-9BD7-1675-10B3B58ACB47}"/>
          </ac:spMkLst>
        </pc:spChg>
        <pc:spChg chg="mod">
          <ac:chgData name="sonam jain" userId="a2febca68d5a6bf8" providerId="LiveId" clId="{83C81AB1-53F3-4A8E-9C29-6229CAD69EB8}" dt="2025-09-25T04:14:38.750" v="674" actId="20577"/>
          <ac:spMkLst>
            <pc:docMk/>
            <pc:sldMk cId="1795016787" sldId="299"/>
            <ac:spMk id="3" creationId="{A6EDF04F-8AF8-39E9-6F51-A92A27C71698}"/>
          </ac:spMkLst>
        </pc:spChg>
      </pc:sldChg>
      <pc:sldChg chg="modSp new mod">
        <pc:chgData name="sonam jain" userId="a2febca68d5a6bf8" providerId="LiveId" clId="{83C81AB1-53F3-4A8E-9C29-6229CAD69EB8}" dt="2025-09-25T04:19:23.578" v="731" actId="5793"/>
        <pc:sldMkLst>
          <pc:docMk/>
          <pc:sldMk cId="1440164595" sldId="300"/>
        </pc:sldMkLst>
        <pc:spChg chg="mod">
          <ac:chgData name="sonam jain" userId="a2febca68d5a6bf8" providerId="LiveId" clId="{83C81AB1-53F3-4A8E-9C29-6229CAD69EB8}" dt="2025-09-25T04:14:49.659" v="694" actId="20577"/>
          <ac:spMkLst>
            <pc:docMk/>
            <pc:sldMk cId="1440164595" sldId="300"/>
            <ac:spMk id="2" creationId="{48F4244B-34BF-6D8E-A02E-7288158044D3}"/>
          </ac:spMkLst>
        </pc:spChg>
        <pc:spChg chg="mod">
          <ac:chgData name="sonam jain" userId="a2febca68d5a6bf8" providerId="LiveId" clId="{83C81AB1-53F3-4A8E-9C29-6229CAD69EB8}" dt="2025-09-25T04:19:23.578" v="731" actId="5793"/>
          <ac:spMkLst>
            <pc:docMk/>
            <pc:sldMk cId="1440164595" sldId="300"/>
            <ac:spMk id="3" creationId="{2C846E6B-3B2C-BA1D-8A15-43D79370CBE6}"/>
          </ac:spMkLst>
        </pc:spChg>
      </pc:sldChg>
      <pc:sldChg chg="modSp new mod">
        <pc:chgData name="sonam jain" userId="a2febca68d5a6bf8" providerId="LiveId" clId="{83C81AB1-53F3-4A8E-9C29-6229CAD69EB8}" dt="2025-09-26T04:24:27.588" v="1264" actId="113"/>
        <pc:sldMkLst>
          <pc:docMk/>
          <pc:sldMk cId="3258710407" sldId="301"/>
        </pc:sldMkLst>
        <pc:spChg chg="mod">
          <ac:chgData name="sonam jain" userId="a2febca68d5a6bf8" providerId="LiveId" clId="{83C81AB1-53F3-4A8E-9C29-6229CAD69EB8}" dt="2025-09-25T11:12:59.410" v="732"/>
          <ac:spMkLst>
            <pc:docMk/>
            <pc:sldMk cId="3258710407" sldId="301"/>
            <ac:spMk id="2" creationId="{033782EC-10B7-AF11-84BD-2B1FFE79ACBA}"/>
          </ac:spMkLst>
        </pc:spChg>
        <pc:spChg chg="mod">
          <ac:chgData name="sonam jain" userId="a2febca68d5a6bf8" providerId="LiveId" clId="{83C81AB1-53F3-4A8E-9C29-6229CAD69EB8}" dt="2025-09-26T04:24:27.588" v="1264" actId="113"/>
          <ac:spMkLst>
            <pc:docMk/>
            <pc:sldMk cId="3258710407" sldId="301"/>
            <ac:spMk id="3" creationId="{FCB1468A-3950-E896-D3F5-84567316CF69}"/>
          </ac:spMkLst>
        </pc:spChg>
      </pc:sldChg>
      <pc:sldChg chg="modSp new mod">
        <pc:chgData name="sonam jain" userId="a2febca68d5a6bf8" providerId="LiveId" clId="{83C81AB1-53F3-4A8E-9C29-6229CAD69EB8}" dt="2025-09-26T04:25:41.290" v="1268" actId="27636"/>
        <pc:sldMkLst>
          <pc:docMk/>
          <pc:sldMk cId="4142979675" sldId="302"/>
        </pc:sldMkLst>
        <pc:spChg chg="mod">
          <ac:chgData name="sonam jain" userId="a2febca68d5a6bf8" providerId="LiveId" clId="{83C81AB1-53F3-4A8E-9C29-6229CAD69EB8}" dt="2025-09-25T11:14:10.017" v="749" actId="27636"/>
          <ac:spMkLst>
            <pc:docMk/>
            <pc:sldMk cId="4142979675" sldId="302"/>
            <ac:spMk id="2" creationId="{35AC89B8-9052-15B6-DAB1-AF1960ED8459}"/>
          </ac:spMkLst>
        </pc:spChg>
        <pc:spChg chg="mod">
          <ac:chgData name="sonam jain" userId="a2febca68d5a6bf8" providerId="LiveId" clId="{83C81AB1-53F3-4A8E-9C29-6229CAD69EB8}" dt="2025-09-26T04:25:41.290" v="1268" actId="27636"/>
          <ac:spMkLst>
            <pc:docMk/>
            <pc:sldMk cId="4142979675" sldId="302"/>
            <ac:spMk id="3" creationId="{F222898A-48A8-234A-4A4A-39FD8EF4EA3B}"/>
          </ac:spMkLst>
        </pc:spChg>
      </pc:sldChg>
      <pc:sldChg chg="modSp new mod">
        <pc:chgData name="sonam jain" userId="a2febca68d5a6bf8" providerId="LiveId" clId="{83C81AB1-53F3-4A8E-9C29-6229CAD69EB8}" dt="2025-09-25T11:15:29.189" v="760"/>
        <pc:sldMkLst>
          <pc:docMk/>
          <pc:sldMk cId="4098635499" sldId="303"/>
        </pc:sldMkLst>
        <pc:spChg chg="mod">
          <ac:chgData name="sonam jain" userId="a2febca68d5a6bf8" providerId="LiveId" clId="{83C81AB1-53F3-4A8E-9C29-6229CAD69EB8}" dt="2025-09-25T11:14:44.730" v="759" actId="27636"/>
          <ac:spMkLst>
            <pc:docMk/>
            <pc:sldMk cId="4098635499" sldId="303"/>
            <ac:spMk id="2" creationId="{C118F5DD-9EB8-2D0C-AC9B-696769041351}"/>
          </ac:spMkLst>
        </pc:spChg>
        <pc:spChg chg="mod">
          <ac:chgData name="sonam jain" userId="a2febca68d5a6bf8" providerId="LiveId" clId="{83C81AB1-53F3-4A8E-9C29-6229CAD69EB8}" dt="2025-09-25T11:15:29.189" v="760"/>
          <ac:spMkLst>
            <pc:docMk/>
            <pc:sldMk cId="4098635499" sldId="303"/>
            <ac:spMk id="3" creationId="{5AB185CF-7355-7532-63E2-C8A43E70D9C2}"/>
          </ac:spMkLst>
        </pc:spChg>
      </pc:sldChg>
      <pc:sldChg chg="modSp new mod">
        <pc:chgData name="sonam jain" userId="a2febca68d5a6bf8" providerId="LiveId" clId="{83C81AB1-53F3-4A8E-9C29-6229CAD69EB8}" dt="2025-09-25T16:27:11.565" v="831" actId="27636"/>
        <pc:sldMkLst>
          <pc:docMk/>
          <pc:sldMk cId="1191118305" sldId="304"/>
        </pc:sldMkLst>
        <pc:spChg chg="mod">
          <ac:chgData name="sonam jain" userId="a2febca68d5a6bf8" providerId="LiveId" clId="{83C81AB1-53F3-4A8E-9C29-6229CAD69EB8}" dt="2025-09-25T11:15:57.031" v="774" actId="27636"/>
          <ac:spMkLst>
            <pc:docMk/>
            <pc:sldMk cId="1191118305" sldId="304"/>
            <ac:spMk id="2" creationId="{28A0429C-F633-351F-7308-137EFC893DDA}"/>
          </ac:spMkLst>
        </pc:spChg>
        <pc:spChg chg="mod">
          <ac:chgData name="sonam jain" userId="a2febca68d5a6bf8" providerId="LiveId" clId="{83C81AB1-53F3-4A8E-9C29-6229CAD69EB8}" dt="2025-09-25T16:27:11.565" v="831" actId="27636"/>
          <ac:spMkLst>
            <pc:docMk/>
            <pc:sldMk cId="1191118305" sldId="304"/>
            <ac:spMk id="3" creationId="{52F7D021-3DD2-62BF-1930-4CD9DD971D6B}"/>
          </ac:spMkLst>
        </pc:spChg>
      </pc:sldChg>
      <pc:sldChg chg="addSp delSp modSp add mod">
        <pc:chgData name="sonam jain" userId="a2febca68d5a6bf8" providerId="LiveId" clId="{83C81AB1-53F3-4A8E-9C29-6229CAD69EB8}" dt="2025-09-25T16:45:39.526" v="862" actId="27636"/>
        <pc:sldMkLst>
          <pc:docMk/>
          <pc:sldMk cId="798854690" sldId="305"/>
        </pc:sldMkLst>
        <pc:spChg chg="del mod">
          <ac:chgData name="sonam jain" userId="a2febca68d5a6bf8" providerId="LiveId" clId="{83C81AB1-53F3-4A8E-9C29-6229CAD69EB8}" dt="2025-09-25T16:26:13.551" v="799" actId="478"/>
          <ac:spMkLst>
            <pc:docMk/>
            <pc:sldMk cId="798854690" sldId="305"/>
            <ac:spMk id="2" creationId="{28A0429C-F633-351F-7308-137EFC893DDA}"/>
          </ac:spMkLst>
        </pc:spChg>
        <pc:spChg chg="del mod">
          <ac:chgData name="sonam jain" userId="a2febca68d5a6bf8" providerId="LiveId" clId="{83C81AB1-53F3-4A8E-9C29-6229CAD69EB8}" dt="2025-09-25T16:26:13.551" v="799" actId="478"/>
          <ac:spMkLst>
            <pc:docMk/>
            <pc:sldMk cId="798854690" sldId="305"/>
            <ac:spMk id="3" creationId="{52F7D021-3DD2-62BF-1930-4CD9DD971D6B}"/>
          </ac:spMkLst>
        </pc:spChg>
        <pc:spChg chg="add mod">
          <ac:chgData name="sonam jain" userId="a2febca68d5a6bf8" providerId="LiveId" clId="{83C81AB1-53F3-4A8E-9C29-6229CAD69EB8}" dt="2025-09-25T16:45:13.271" v="854" actId="27636"/>
          <ac:spMkLst>
            <pc:docMk/>
            <pc:sldMk cId="798854690" sldId="305"/>
            <ac:spMk id="5" creationId="{DACFC482-3BE2-3DC3-CBC2-2453A87316C5}"/>
          </ac:spMkLst>
        </pc:spChg>
        <pc:spChg chg="add mod">
          <ac:chgData name="sonam jain" userId="a2febca68d5a6bf8" providerId="LiveId" clId="{83C81AB1-53F3-4A8E-9C29-6229CAD69EB8}" dt="2025-09-25T16:45:39.526" v="862" actId="27636"/>
          <ac:spMkLst>
            <pc:docMk/>
            <pc:sldMk cId="798854690" sldId="305"/>
            <ac:spMk id="7" creationId="{D0981A23-B29A-8B6C-9269-558A54555849}"/>
          </ac:spMkLst>
        </pc:spChg>
      </pc:sldChg>
      <pc:sldChg chg="modSp add mod">
        <pc:chgData name="sonam jain" userId="a2febca68d5a6bf8" providerId="LiveId" clId="{83C81AB1-53F3-4A8E-9C29-6229CAD69EB8}" dt="2025-09-25T16:27:05.306" v="828" actId="27636"/>
        <pc:sldMkLst>
          <pc:docMk/>
          <pc:sldMk cId="1127682939" sldId="306"/>
        </pc:sldMkLst>
        <pc:spChg chg="mod">
          <ac:chgData name="sonam jain" userId="a2febca68d5a6bf8" providerId="LiveId" clId="{83C81AB1-53F3-4A8E-9C29-6229CAD69EB8}" dt="2025-09-25T16:26:58.355" v="826" actId="20577"/>
          <ac:spMkLst>
            <pc:docMk/>
            <pc:sldMk cId="1127682939" sldId="306"/>
            <ac:spMk id="2" creationId="{28A0429C-F633-351F-7308-137EFC893DDA}"/>
          </ac:spMkLst>
        </pc:spChg>
        <pc:spChg chg="mod">
          <ac:chgData name="sonam jain" userId="a2febca68d5a6bf8" providerId="LiveId" clId="{83C81AB1-53F3-4A8E-9C29-6229CAD69EB8}" dt="2025-09-25T16:27:05.306" v="828" actId="27636"/>
          <ac:spMkLst>
            <pc:docMk/>
            <pc:sldMk cId="1127682939" sldId="306"/>
            <ac:spMk id="3" creationId="{52F7D021-3DD2-62BF-1930-4CD9DD971D6B}"/>
          </ac:spMkLst>
        </pc:spChg>
      </pc:sldChg>
      <pc:sldChg chg="modSp add mod">
        <pc:chgData name="sonam jain" userId="a2febca68d5a6bf8" providerId="LiveId" clId="{83C81AB1-53F3-4A8E-9C29-6229CAD69EB8}" dt="2025-09-25T16:46:47.479" v="867" actId="27636"/>
        <pc:sldMkLst>
          <pc:docMk/>
          <pc:sldMk cId="3141132616" sldId="307"/>
        </pc:sldMkLst>
        <pc:spChg chg="mod">
          <ac:chgData name="sonam jain" userId="a2febca68d5a6bf8" providerId="LiveId" clId="{83C81AB1-53F3-4A8E-9C29-6229CAD69EB8}" dt="2025-09-25T16:46:43.335" v="865" actId="27636"/>
          <ac:spMkLst>
            <pc:docMk/>
            <pc:sldMk cId="3141132616" sldId="307"/>
            <ac:spMk id="5" creationId="{DACFC482-3BE2-3DC3-CBC2-2453A87316C5}"/>
          </ac:spMkLst>
        </pc:spChg>
        <pc:spChg chg="mod">
          <ac:chgData name="sonam jain" userId="a2febca68d5a6bf8" providerId="LiveId" clId="{83C81AB1-53F3-4A8E-9C29-6229CAD69EB8}" dt="2025-09-25T16:46:47.479" v="867" actId="27636"/>
          <ac:spMkLst>
            <pc:docMk/>
            <pc:sldMk cId="3141132616" sldId="307"/>
            <ac:spMk id="7" creationId="{D0981A23-B29A-8B6C-9269-558A54555849}"/>
          </ac:spMkLst>
        </pc:spChg>
      </pc:sldChg>
      <pc:sldChg chg="modSp new mod">
        <pc:chgData name="sonam jain" userId="a2febca68d5a6bf8" providerId="LiveId" clId="{83C81AB1-53F3-4A8E-9C29-6229CAD69EB8}" dt="2025-09-25T17:07:44.167" v="907"/>
        <pc:sldMkLst>
          <pc:docMk/>
          <pc:sldMk cId="4130897263" sldId="308"/>
        </pc:sldMkLst>
        <pc:spChg chg="mod">
          <ac:chgData name="sonam jain" userId="a2febca68d5a6bf8" providerId="LiveId" clId="{83C81AB1-53F3-4A8E-9C29-6229CAD69EB8}" dt="2025-09-25T16:53:59.047" v="889" actId="14100"/>
          <ac:spMkLst>
            <pc:docMk/>
            <pc:sldMk cId="4130897263" sldId="308"/>
            <ac:spMk id="2" creationId="{F15DCE10-3004-3541-4CB5-C47E62FBE4B4}"/>
          </ac:spMkLst>
        </pc:spChg>
        <pc:spChg chg="mod">
          <ac:chgData name="sonam jain" userId="a2febca68d5a6bf8" providerId="LiveId" clId="{83C81AB1-53F3-4A8E-9C29-6229CAD69EB8}" dt="2025-09-25T17:07:44.167" v="907"/>
          <ac:spMkLst>
            <pc:docMk/>
            <pc:sldMk cId="4130897263" sldId="308"/>
            <ac:spMk id="3" creationId="{F80DA238-FA01-1D75-2093-B3E46CEC7C12}"/>
          </ac:spMkLst>
        </pc:spChg>
      </pc:sldChg>
      <pc:sldChg chg="modSp add del mod">
        <pc:chgData name="sonam jain" userId="a2febca68d5a6bf8" providerId="LiveId" clId="{83C81AB1-53F3-4A8E-9C29-6229CAD69EB8}" dt="2025-09-25T17:07:43.273" v="905"/>
        <pc:sldMkLst>
          <pc:docMk/>
          <pc:sldMk cId="754262461" sldId="309"/>
        </pc:sldMkLst>
        <pc:spChg chg="mod">
          <ac:chgData name="sonam jain" userId="a2febca68d5a6bf8" providerId="LiveId" clId="{83C81AB1-53F3-4A8E-9C29-6229CAD69EB8}" dt="2025-09-25T17:07:41.797" v="902"/>
          <ac:spMkLst>
            <pc:docMk/>
            <pc:sldMk cId="754262461" sldId="309"/>
            <ac:spMk id="3" creationId="{F80DA238-FA01-1D75-2093-B3E46CEC7C12}"/>
          </ac:spMkLst>
        </pc:spChg>
      </pc:sldChg>
      <pc:sldChg chg="modSp new mod">
        <pc:chgData name="sonam jain" userId="a2febca68d5a6bf8" providerId="LiveId" clId="{83C81AB1-53F3-4A8E-9C29-6229CAD69EB8}" dt="2025-09-25T17:12:04.938" v="971" actId="12"/>
        <pc:sldMkLst>
          <pc:docMk/>
          <pc:sldMk cId="1076143729" sldId="309"/>
        </pc:sldMkLst>
        <pc:spChg chg="mod">
          <ac:chgData name="sonam jain" userId="a2febca68d5a6bf8" providerId="LiveId" clId="{83C81AB1-53F3-4A8E-9C29-6229CAD69EB8}" dt="2025-09-25T17:07:56.014" v="917" actId="27636"/>
          <ac:spMkLst>
            <pc:docMk/>
            <pc:sldMk cId="1076143729" sldId="309"/>
            <ac:spMk id="2" creationId="{81280540-51FF-D2BB-44B0-668F82CACC85}"/>
          </ac:spMkLst>
        </pc:spChg>
        <pc:spChg chg="mod">
          <ac:chgData name="sonam jain" userId="a2febca68d5a6bf8" providerId="LiveId" clId="{83C81AB1-53F3-4A8E-9C29-6229CAD69EB8}" dt="2025-09-25T17:12:04.938" v="971" actId="12"/>
          <ac:spMkLst>
            <pc:docMk/>
            <pc:sldMk cId="1076143729" sldId="309"/>
            <ac:spMk id="3" creationId="{17DF9325-4A98-FA64-062D-816F24FCBEC4}"/>
          </ac:spMkLst>
        </pc:spChg>
      </pc:sldChg>
      <pc:sldChg chg="addSp delSp modSp add mod">
        <pc:chgData name="sonam jain" userId="a2febca68d5a6bf8" providerId="LiveId" clId="{83C81AB1-53F3-4A8E-9C29-6229CAD69EB8}" dt="2025-09-25T17:33:44.682" v="1097" actId="207"/>
        <pc:sldMkLst>
          <pc:docMk/>
          <pc:sldMk cId="992575953" sldId="310"/>
        </pc:sldMkLst>
        <pc:spChg chg="del mod">
          <ac:chgData name="sonam jain" userId="a2febca68d5a6bf8" providerId="LiveId" clId="{83C81AB1-53F3-4A8E-9C29-6229CAD69EB8}" dt="2025-09-25T17:14:02.686" v="972" actId="478"/>
          <ac:spMkLst>
            <pc:docMk/>
            <pc:sldMk cId="992575953" sldId="310"/>
            <ac:spMk id="2" creationId="{81280540-51FF-D2BB-44B0-668F82CACC85}"/>
          </ac:spMkLst>
        </pc:spChg>
        <pc:spChg chg="mod">
          <ac:chgData name="sonam jain" userId="a2febca68d5a6bf8" providerId="LiveId" clId="{83C81AB1-53F3-4A8E-9C29-6229CAD69EB8}" dt="2025-09-25T17:33:44.682" v="1097" actId="207"/>
          <ac:spMkLst>
            <pc:docMk/>
            <pc:sldMk cId="992575953" sldId="310"/>
            <ac:spMk id="3" creationId="{17DF9325-4A98-FA64-062D-816F24FCBEC4}"/>
          </ac:spMkLst>
        </pc:spChg>
        <pc:spChg chg="add mod">
          <ac:chgData name="sonam jain" userId="a2febca68d5a6bf8" providerId="LiveId" clId="{83C81AB1-53F3-4A8E-9C29-6229CAD69EB8}" dt="2025-09-25T17:14:15.630" v="977"/>
          <ac:spMkLst>
            <pc:docMk/>
            <pc:sldMk cId="992575953" sldId="310"/>
            <ac:spMk id="5" creationId="{09635FE9-D28D-3012-A76E-28C71AB69BF6}"/>
          </ac:spMkLst>
        </pc:spChg>
        <pc:spChg chg="add del">
          <ac:chgData name="sonam jain" userId="a2febca68d5a6bf8" providerId="LiveId" clId="{83C81AB1-53F3-4A8E-9C29-6229CAD69EB8}" dt="2025-09-25T17:14:06.561" v="974" actId="22"/>
          <ac:spMkLst>
            <pc:docMk/>
            <pc:sldMk cId="992575953" sldId="310"/>
            <ac:spMk id="7" creationId="{AAB1A0B0-2A99-306F-F76D-6F429A880010}"/>
          </ac:spMkLst>
        </pc:spChg>
      </pc:sldChg>
      <pc:sldChg chg="modSp add del mod">
        <pc:chgData name="sonam jain" userId="a2febca68d5a6bf8" providerId="LiveId" clId="{83C81AB1-53F3-4A8E-9C29-6229CAD69EB8}" dt="2025-09-25T17:07:42.305" v="904"/>
        <pc:sldMkLst>
          <pc:docMk/>
          <pc:sldMk cId="1009793395" sldId="310"/>
        </pc:sldMkLst>
        <pc:spChg chg="mod">
          <ac:chgData name="sonam jain" userId="a2febca68d5a6bf8" providerId="LiveId" clId="{83C81AB1-53F3-4A8E-9C29-6229CAD69EB8}" dt="2025-09-25T17:07:42.305" v="904"/>
          <ac:spMkLst>
            <pc:docMk/>
            <pc:sldMk cId="1009793395" sldId="310"/>
            <ac:spMk id="3" creationId="{F80DA238-FA01-1D75-2093-B3E46CEC7C12}"/>
          </ac:spMkLst>
        </pc:spChg>
      </pc:sldChg>
      <pc:sldChg chg="modSp add mod">
        <pc:chgData name="sonam jain" userId="a2febca68d5a6bf8" providerId="LiveId" clId="{83C81AB1-53F3-4A8E-9C29-6229CAD69EB8}" dt="2025-09-25T17:11:57.560" v="970" actId="12"/>
        <pc:sldMkLst>
          <pc:docMk/>
          <pc:sldMk cId="1755834287" sldId="311"/>
        </pc:sldMkLst>
        <pc:spChg chg="mod">
          <ac:chgData name="sonam jain" userId="a2febca68d5a6bf8" providerId="LiveId" clId="{83C81AB1-53F3-4A8E-9C29-6229CAD69EB8}" dt="2025-09-25T17:11:57.560" v="970" actId="12"/>
          <ac:spMkLst>
            <pc:docMk/>
            <pc:sldMk cId="1755834287" sldId="311"/>
            <ac:spMk id="3" creationId="{17DF9325-4A98-FA64-062D-816F24FCBEC4}"/>
          </ac:spMkLst>
        </pc:spChg>
      </pc:sldChg>
      <pc:sldChg chg="modSp add del mod">
        <pc:chgData name="sonam jain" userId="a2febca68d5a6bf8" providerId="LiveId" clId="{83C81AB1-53F3-4A8E-9C29-6229CAD69EB8}" dt="2025-09-25T17:07:41.797" v="902"/>
        <pc:sldMkLst>
          <pc:docMk/>
          <pc:sldMk cId="2988892432" sldId="311"/>
        </pc:sldMkLst>
        <pc:spChg chg="mod">
          <ac:chgData name="sonam jain" userId="a2febca68d5a6bf8" providerId="LiveId" clId="{83C81AB1-53F3-4A8E-9C29-6229CAD69EB8}" dt="2025-09-25T17:07:41.797" v="902"/>
          <ac:spMkLst>
            <pc:docMk/>
            <pc:sldMk cId="2988892432" sldId="311"/>
            <ac:spMk id="3" creationId="{F80DA238-FA01-1D75-2093-B3E46CEC7C12}"/>
          </ac:spMkLst>
        </pc:spChg>
      </pc:sldChg>
      <pc:sldChg chg="addSp delSp modSp new">
        <pc:chgData name="sonam jain" userId="a2febca68d5a6bf8" providerId="LiveId" clId="{83C81AB1-53F3-4A8E-9C29-6229CAD69EB8}" dt="2025-09-25T17:17:07.153" v="1008" actId="14100"/>
        <pc:sldMkLst>
          <pc:docMk/>
          <pc:sldMk cId="240326485" sldId="312"/>
        </pc:sldMkLst>
        <pc:spChg chg="mod">
          <ac:chgData name="sonam jain" userId="a2febca68d5a6bf8" providerId="LiveId" clId="{83C81AB1-53F3-4A8E-9C29-6229CAD69EB8}" dt="2025-09-25T17:16:25.438" v="1001"/>
          <ac:spMkLst>
            <pc:docMk/>
            <pc:sldMk cId="240326485" sldId="312"/>
            <ac:spMk id="2" creationId="{334AAF14-8EDD-49BD-5FBB-000BD94C16A8}"/>
          </ac:spMkLst>
        </pc:spChg>
        <pc:spChg chg="del mod">
          <ac:chgData name="sonam jain" userId="a2febca68d5a6bf8" providerId="LiveId" clId="{83C81AB1-53F3-4A8E-9C29-6229CAD69EB8}" dt="2025-09-25T17:16:56.510" v="1004"/>
          <ac:spMkLst>
            <pc:docMk/>
            <pc:sldMk cId="240326485" sldId="312"/>
            <ac:spMk id="3" creationId="{ADF06336-12F8-457A-9BC0-9E9914888C2B}"/>
          </ac:spMkLst>
        </pc:spChg>
        <pc:picChg chg="add mod">
          <ac:chgData name="sonam jain" userId="a2febca68d5a6bf8" providerId="LiveId" clId="{83C81AB1-53F3-4A8E-9C29-6229CAD69EB8}" dt="2025-09-25T17:17:07.153" v="1008" actId="14100"/>
          <ac:picMkLst>
            <pc:docMk/>
            <pc:sldMk cId="240326485" sldId="312"/>
            <ac:picMk id="1026" creationId="{2FAEBE4E-A023-3860-F93D-D08099926DE0}"/>
          </ac:picMkLst>
        </pc:picChg>
      </pc:sldChg>
      <pc:sldChg chg="addSp modSp new mod">
        <pc:chgData name="sonam jain" userId="a2febca68d5a6bf8" providerId="LiveId" clId="{83C81AB1-53F3-4A8E-9C29-6229CAD69EB8}" dt="2025-09-25T17:26:34.746" v="1037" actId="27636"/>
        <pc:sldMkLst>
          <pc:docMk/>
          <pc:sldMk cId="492885798" sldId="313"/>
        </pc:sldMkLst>
        <pc:spChg chg="mod">
          <ac:chgData name="sonam jain" userId="a2febca68d5a6bf8" providerId="LiveId" clId="{83C81AB1-53F3-4A8E-9C29-6229CAD69EB8}" dt="2025-09-25T17:25:28.085" v="1031" actId="404"/>
          <ac:spMkLst>
            <pc:docMk/>
            <pc:sldMk cId="492885798" sldId="313"/>
            <ac:spMk id="2" creationId="{1DD613CC-9C81-9670-A7BA-8B75446BA57D}"/>
          </ac:spMkLst>
        </pc:spChg>
        <pc:spChg chg="mod">
          <ac:chgData name="sonam jain" userId="a2febca68d5a6bf8" providerId="LiveId" clId="{83C81AB1-53F3-4A8E-9C29-6229CAD69EB8}" dt="2025-09-25T17:26:34.746" v="1037" actId="27636"/>
          <ac:spMkLst>
            <pc:docMk/>
            <pc:sldMk cId="492885798" sldId="313"/>
            <ac:spMk id="3" creationId="{39BFA02D-5D39-C51F-ACC7-06E220DB04DC}"/>
          </ac:spMkLst>
        </pc:spChg>
        <pc:picChg chg="add">
          <ac:chgData name="sonam jain" userId="a2febca68d5a6bf8" providerId="LiveId" clId="{83C81AB1-53F3-4A8E-9C29-6229CAD69EB8}" dt="2025-09-25T17:17:37.899" v="1010"/>
          <ac:picMkLst>
            <pc:docMk/>
            <pc:sldMk cId="492885798" sldId="313"/>
            <ac:picMk id="2050" creationId="{D50DE07C-C410-AB47-E267-D9EDC05B6FD3}"/>
          </ac:picMkLst>
        </pc:picChg>
      </pc:sldChg>
      <pc:sldChg chg="modSp new mod">
        <pc:chgData name="sonam jain" userId="a2febca68d5a6bf8" providerId="LiveId" clId="{83C81AB1-53F3-4A8E-9C29-6229CAD69EB8}" dt="2025-09-25T17:30:11.485" v="1056" actId="12"/>
        <pc:sldMkLst>
          <pc:docMk/>
          <pc:sldMk cId="767057622" sldId="314"/>
        </pc:sldMkLst>
        <pc:spChg chg="mod">
          <ac:chgData name="sonam jain" userId="a2febca68d5a6bf8" providerId="LiveId" clId="{83C81AB1-53F3-4A8E-9C29-6229CAD69EB8}" dt="2025-09-25T17:28:07.161" v="1045" actId="27636"/>
          <ac:spMkLst>
            <pc:docMk/>
            <pc:sldMk cId="767057622" sldId="314"/>
            <ac:spMk id="2" creationId="{560E190A-43AA-1263-DB2C-AB56BCBD9A24}"/>
          </ac:spMkLst>
        </pc:spChg>
        <pc:spChg chg="mod">
          <ac:chgData name="sonam jain" userId="a2febca68d5a6bf8" providerId="LiveId" clId="{83C81AB1-53F3-4A8E-9C29-6229CAD69EB8}" dt="2025-09-25T17:30:11.485" v="1056" actId="12"/>
          <ac:spMkLst>
            <pc:docMk/>
            <pc:sldMk cId="767057622" sldId="314"/>
            <ac:spMk id="3" creationId="{A535667B-68E6-A494-35D5-45D31D455FE3}"/>
          </ac:spMkLst>
        </pc:spChg>
      </pc:sldChg>
      <pc:sldChg chg="modSp add mod">
        <pc:chgData name="sonam jain" userId="a2febca68d5a6bf8" providerId="LiveId" clId="{83C81AB1-53F3-4A8E-9C29-6229CAD69EB8}" dt="2025-09-25T17:30:38.816" v="1082" actId="20577"/>
        <pc:sldMkLst>
          <pc:docMk/>
          <pc:sldMk cId="834245797" sldId="315"/>
        </pc:sldMkLst>
        <pc:spChg chg="mod">
          <ac:chgData name="sonam jain" userId="a2febca68d5a6bf8" providerId="LiveId" clId="{83C81AB1-53F3-4A8E-9C29-6229CAD69EB8}" dt="2025-09-25T17:30:38.816" v="1082" actId="20577"/>
          <ac:spMkLst>
            <pc:docMk/>
            <pc:sldMk cId="834245797" sldId="315"/>
            <ac:spMk id="2" creationId="{560E190A-43AA-1263-DB2C-AB56BCBD9A24}"/>
          </ac:spMkLst>
        </pc:spChg>
        <pc:spChg chg="mod">
          <ac:chgData name="sonam jain" userId="a2febca68d5a6bf8" providerId="LiveId" clId="{83C81AB1-53F3-4A8E-9C29-6229CAD69EB8}" dt="2025-09-25T17:30:04.882" v="1055" actId="12"/>
          <ac:spMkLst>
            <pc:docMk/>
            <pc:sldMk cId="834245797" sldId="315"/>
            <ac:spMk id="3" creationId="{A535667B-68E6-A494-35D5-45D31D455FE3}"/>
          </ac:spMkLst>
        </pc:spChg>
      </pc:sldChg>
      <pc:sldChg chg="modSp new mod">
        <pc:chgData name="sonam jain" userId="a2febca68d5a6bf8" providerId="LiveId" clId="{83C81AB1-53F3-4A8E-9C29-6229CAD69EB8}" dt="2025-09-25T17:34:44.658" v="1103" actId="27636"/>
        <pc:sldMkLst>
          <pc:docMk/>
          <pc:sldMk cId="1319915962" sldId="316"/>
        </pc:sldMkLst>
        <pc:spChg chg="mod">
          <ac:chgData name="sonam jain" userId="a2febca68d5a6bf8" providerId="LiveId" clId="{83C81AB1-53F3-4A8E-9C29-6229CAD69EB8}" dt="2025-09-25T17:31:35.205" v="1088" actId="14100"/>
          <ac:spMkLst>
            <pc:docMk/>
            <pc:sldMk cId="1319915962" sldId="316"/>
            <ac:spMk id="2" creationId="{A5F0AF9A-EF27-BE3D-69A9-B2EDDD7F570D}"/>
          </ac:spMkLst>
        </pc:spChg>
        <pc:spChg chg="mod">
          <ac:chgData name="sonam jain" userId="a2febca68d5a6bf8" providerId="LiveId" clId="{83C81AB1-53F3-4A8E-9C29-6229CAD69EB8}" dt="2025-09-25T17:34:44.658" v="1103" actId="27636"/>
          <ac:spMkLst>
            <pc:docMk/>
            <pc:sldMk cId="1319915962" sldId="316"/>
            <ac:spMk id="3" creationId="{B95B5033-4101-3A57-6E5C-96BDE04D2124}"/>
          </ac:spMkLst>
        </pc:spChg>
      </pc:sldChg>
      <pc:sldChg chg="modSp add mod">
        <pc:chgData name="sonam jain" userId="a2febca68d5a6bf8" providerId="LiveId" clId="{83C81AB1-53F3-4A8E-9C29-6229CAD69EB8}" dt="2025-09-25T17:34:53.112" v="1128" actId="20577"/>
        <pc:sldMkLst>
          <pc:docMk/>
          <pc:sldMk cId="3060534903" sldId="317"/>
        </pc:sldMkLst>
        <pc:spChg chg="mod">
          <ac:chgData name="sonam jain" userId="a2febca68d5a6bf8" providerId="LiveId" clId="{83C81AB1-53F3-4A8E-9C29-6229CAD69EB8}" dt="2025-09-25T17:34:53.112" v="1128" actId="20577"/>
          <ac:spMkLst>
            <pc:docMk/>
            <pc:sldMk cId="3060534903" sldId="317"/>
            <ac:spMk id="2" creationId="{A5F0AF9A-EF27-BE3D-69A9-B2EDDD7F570D}"/>
          </ac:spMkLst>
        </pc:spChg>
        <pc:spChg chg="mod">
          <ac:chgData name="sonam jain" userId="a2febca68d5a6bf8" providerId="LiveId" clId="{83C81AB1-53F3-4A8E-9C29-6229CAD69EB8}" dt="2025-09-25T17:34:44.627" v="1102" actId="27636"/>
          <ac:spMkLst>
            <pc:docMk/>
            <pc:sldMk cId="3060534903" sldId="317"/>
            <ac:spMk id="3" creationId="{B95B5033-4101-3A57-6E5C-96BDE04D2124}"/>
          </ac:spMkLst>
        </pc:spChg>
      </pc:sldChg>
      <pc:sldChg chg="addSp delSp modSp new">
        <pc:chgData name="sonam jain" userId="a2febca68d5a6bf8" providerId="LiveId" clId="{83C81AB1-53F3-4A8E-9C29-6229CAD69EB8}" dt="2025-09-25T17:35:46.418" v="1135"/>
        <pc:sldMkLst>
          <pc:docMk/>
          <pc:sldMk cId="1631762582" sldId="318"/>
        </pc:sldMkLst>
        <pc:spChg chg="mod">
          <ac:chgData name="sonam jain" userId="a2febca68d5a6bf8" providerId="LiveId" clId="{83C81AB1-53F3-4A8E-9C29-6229CAD69EB8}" dt="2025-09-25T17:35:32.197" v="1130"/>
          <ac:spMkLst>
            <pc:docMk/>
            <pc:sldMk cId="1631762582" sldId="318"/>
            <ac:spMk id="2" creationId="{604B8A06-3777-324A-2CB4-AE00E9B9CD22}"/>
          </ac:spMkLst>
        </pc:spChg>
        <pc:spChg chg="add del">
          <ac:chgData name="sonam jain" userId="a2febca68d5a6bf8" providerId="LiveId" clId="{83C81AB1-53F3-4A8E-9C29-6229CAD69EB8}" dt="2025-09-25T17:35:46.418" v="1135"/>
          <ac:spMkLst>
            <pc:docMk/>
            <pc:sldMk cId="1631762582" sldId="318"/>
            <ac:spMk id="3" creationId="{1B6F8556-D715-D4B6-6BA1-6F7B84DDECEC}"/>
          </ac:spMkLst>
        </pc:spChg>
        <pc:spChg chg="add mod">
          <ac:chgData name="sonam jain" userId="a2febca68d5a6bf8" providerId="LiveId" clId="{83C81AB1-53F3-4A8E-9C29-6229CAD69EB8}" dt="2025-09-25T17:35:46.407" v="1134"/>
          <ac:spMkLst>
            <pc:docMk/>
            <pc:sldMk cId="1631762582" sldId="318"/>
            <ac:spMk id="4" creationId="{514B2983-EBE6-658F-FCCD-A9053C9B5D31}"/>
          </ac:spMkLst>
        </pc:spChg>
        <pc:picChg chg="add mod">
          <ac:chgData name="sonam jain" userId="a2febca68d5a6bf8" providerId="LiveId" clId="{83C81AB1-53F3-4A8E-9C29-6229CAD69EB8}" dt="2025-09-25T17:35:46.418" v="1135"/>
          <ac:picMkLst>
            <pc:docMk/>
            <pc:sldMk cId="1631762582" sldId="318"/>
            <ac:picMk id="5" creationId="{9376165F-15CA-CD85-1103-5E3B54A76C5F}"/>
          </ac:picMkLst>
        </pc:picChg>
      </pc:sldChg>
      <pc:sldChg chg="modSp new mod">
        <pc:chgData name="sonam jain" userId="a2febca68d5a6bf8" providerId="LiveId" clId="{83C81AB1-53F3-4A8E-9C29-6229CAD69EB8}" dt="2025-09-26T04:06:59.738" v="1185" actId="113"/>
        <pc:sldMkLst>
          <pc:docMk/>
          <pc:sldMk cId="3080642201" sldId="319"/>
        </pc:sldMkLst>
        <pc:spChg chg="mod">
          <ac:chgData name="sonam jain" userId="a2febca68d5a6bf8" providerId="LiveId" clId="{83C81AB1-53F3-4A8E-9C29-6229CAD69EB8}" dt="2025-09-26T04:02:57.538" v="1149" actId="20577"/>
          <ac:spMkLst>
            <pc:docMk/>
            <pc:sldMk cId="3080642201" sldId="319"/>
            <ac:spMk id="2" creationId="{31A4CBD2-6D0B-9559-A4E7-B6A76556E975}"/>
          </ac:spMkLst>
        </pc:spChg>
        <pc:spChg chg="mod">
          <ac:chgData name="sonam jain" userId="a2febca68d5a6bf8" providerId="LiveId" clId="{83C81AB1-53F3-4A8E-9C29-6229CAD69EB8}" dt="2025-09-26T04:06:59.738" v="1185" actId="113"/>
          <ac:spMkLst>
            <pc:docMk/>
            <pc:sldMk cId="3080642201" sldId="319"/>
            <ac:spMk id="3" creationId="{717F6F36-CEBA-A00B-E9A7-560C44D15CAA}"/>
          </ac:spMkLst>
        </pc:spChg>
      </pc:sldChg>
      <pc:sldChg chg="modSp new mod">
        <pc:chgData name="sonam jain" userId="a2febca68d5a6bf8" providerId="LiveId" clId="{83C81AB1-53F3-4A8E-9C29-6229CAD69EB8}" dt="2025-09-26T04:09:10.424" v="1204" actId="27636"/>
        <pc:sldMkLst>
          <pc:docMk/>
          <pc:sldMk cId="3531823915" sldId="320"/>
        </pc:sldMkLst>
        <pc:spChg chg="mod">
          <ac:chgData name="sonam jain" userId="a2febca68d5a6bf8" providerId="LiveId" clId="{83C81AB1-53F3-4A8E-9C29-6229CAD69EB8}" dt="2025-09-26T04:07:41.550" v="1190" actId="20577"/>
          <ac:spMkLst>
            <pc:docMk/>
            <pc:sldMk cId="3531823915" sldId="320"/>
            <ac:spMk id="2" creationId="{0D0A084A-C0FC-578A-E98C-0C6D315B94B2}"/>
          </ac:spMkLst>
        </pc:spChg>
        <pc:spChg chg="mod">
          <ac:chgData name="sonam jain" userId="a2febca68d5a6bf8" providerId="LiveId" clId="{83C81AB1-53F3-4A8E-9C29-6229CAD69EB8}" dt="2025-09-26T04:09:10.424" v="1204" actId="27636"/>
          <ac:spMkLst>
            <pc:docMk/>
            <pc:sldMk cId="3531823915" sldId="320"/>
            <ac:spMk id="3" creationId="{042ED7C4-07B3-B69B-3126-F94DBBCE0BFA}"/>
          </ac:spMkLst>
        </pc:spChg>
      </pc:sldChg>
      <pc:sldChg chg="modSp add mod">
        <pc:chgData name="sonam jain" userId="a2febca68d5a6bf8" providerId="LiveId" clId="{83C81AB1-53F3-4A8E-9C29-6229CAD69EB8}" dt="2025-09-26T04:09:06.395" v="1201" actId="27636"/>
        <pc:sldMkLst>
          <pc:docMk/>
          <pc:sldMk cId="2583295578" sldId="321"/>
        </pc:sldMkLst>
        <pc:spChg chg="mod">
          <ac:chgData name="sonam jain" userId="a2febca68d5a6bf8" providerId="LiveId" clId="{83C81AB1-53F3-4A8E-9C29-6229CAD69EB8}" dt="2025-09-26T04:09:06.395" v="1201" actId="27636"/>
          <ac:spMkLst>
            <pc:docMk/>
            <pc:sldMk cId="2583295578" sldId="321"/>
            <ac:spMk id="3" creationId="{042ED7C4-07B3-B69B-3126-F94DBBCE0BFA}"/>
          </ac:spMkLst>
        </pc:spChg>
      </pc:sldChg>
      <pc:sldChg chg="modSp new mod">
        <pc:chgData name="sonam jain" userId="a2febca68d5a6bf8" providerId="LiveId" clId="{83C81AB1-53F3-4A8E-9C29-6229CAD69EB8}" dt="2025-09-26T04:17:05.428" v="1221" actId="27636"/>
        <pc:sldMkLst>
          <pc:docMk/>
          <pc:sldMk cId="1751187096" sldId="322"/>
        </pc:sldMkLst>
        <pc:spChg chg="mod">
          <ac:chgData name="sonam jain" userId="a2febca68d5a6bf8" providerId="LiveId" clId="{83C81AB1-53F3-4A8E-9C29-6229CAD69EB8}" dt="2025-09-26T04:09:36.923" v="1209" actId="20577"/>
          <ac:spMkLst>
            <pc:docMk/>
            <pc:sldMk cId="1751187096" sldId="322"/>
            <ac:spMk id="2" creationId="{4EA34E9D-C919-24FC-9B56-4678BFDC1F61}"/>
          </ac:spMkLst>
        </pc:spChg>
        <pc:spChg chg="mod">
          <ac:chgData name="sonam jain" userId="a2febca68d5a6bf8" providerId="LiveId" clId="{83C81AB1-53F3-4A8E-9C29-6229CAD69EB8}" dt="2025-09-26T04:17:05.428" v="1221" actId="27636"/>
          <ac:spMkLst>
            <pc:docMk/>
            <pc:sldMk cId="1751187096" sldId="322"/>
            <ac:spMk id="3" creationId="{A41F5A29-F5BA-8005-E3C9-D8ED2290A1BE}"/>
          </ac:spMkLst>
        </pc:spChg>
      </pc:sldChg>
      <pc:sldChg chg="modSp add mod">
        <pc:chgData name="sonam jain" userId="a2febca68d5a6bf8" providerId="LiveId" clId="{83C81AB1-53F3-4A8E-9C29-6229CAD69EB8}" dt="2025-09-26T08:38:53.808" v="1269" actId="207"/>
        <pc:sldMkLst>
          <pc:docMk/>
          <pc:sldMk cId="3676449343" sldId="323"/>
        </pc:sldMkLst>
        <pc:spChg chg="mod">
          <ac:chgData name="sonam jain" userId="a2febca68d5a6bf8" providerId="LiveId" clId="{83C81AB1-53F3-4A8E-9C29-6229CAD69EB8}" dt="2025-09-26T08:38:53.808" v="1269" actId="207"/>
          <ac:spMkLst>
            <pc:docMk/>
            <pc:sldMk cId="3676449343" sldId="323"/>
            <ac:spMk id="2" creationId="{4EA34E9D-C919-24FC-9B56-4678BFDC1F61}"/>
          </ac:spMkLst>
        </pc:spChg>
        <pc:spChg chg="mod">
          <ac:chgData name="sonam jain" userId="a2febca68d5a6bf8" providerId="LiveId" clId="{83C81AB1-53F3-4A8E-9C29-6229CAD69EB8}" dt="2025-09-26T04:17:05.428" v="1220" actId="27636"/>
          <ac:spMkLst>
            <pc:docMk/>
            <pc:sldMk cId="3676449343" sldId="323"/>
            <ac:spMk id="3" creationId="{A41F5A29-F5BA-8005-E3C9-D8ED2290A1BE}"/>
          </ac:spMkLst>
        </pc:spChg>
      </pc:sldChg>
      <pc:sldChg chg="modSp new mod">
        <pc:chgData name="sonam jain" userId="a2febca68d5a6bf8" providerId="LiveId" clId="{83C81AB1-53F3-4A8E-9C29-6229CAD69EB8}" dt="2025-09-26T04:21:34.420" v="1263" actId="12"/>
        <pc:sldMkLst>
          <pc:docMk/>
          <pc:sldMk cId="2599969926" sldId="324"/>
        </pc:sldMkLst>
        <pc:spChg chg="mod">
          <ac:chgData name="sonam jain" userId="a2febca68d5a6bf8" providerId="LiveId" clId="{83C81AB1-53F3-4A8E-9C29-6229CAD69EB8}" dt="2025-09-26T04:18:36.949" v="1228" actId="27636"/>
          <ac:spMkLst>
            <pc:docMk/>
            <pc:sldMk cId="2599969926" sldId="324"/>
            <ac:spMk id="2" creationId="{F9B743EB-D31B-FF12-7F9E-4A7E3D45E051}"/>
          </ac:spMkLst>
        </pc:spChg>
        <pc:spChg chg="mod">
          <ac:chgData name="sonam jain" userId="a2febca68d5a6bf8" providerId="LiveId" clId="{83C81AB1-53F3-4A8E-9C29-6229CAD69EB8}" dt="2025-09-26T04:21:34.420" v="1263" actId="12"/>
          <ac:spMkLst>
            <pc:docMk/>
            <pc:sldMk cId="2599969926" sldId="324"/>
            <ac:spMk id="3" creationId="{E78C96B9-AB6A-087E-01F4-08D8E51DB910}"/>
          </ac:spMkLst>
        </pc:spChg>
      </pc:sldChg>
      <pc:sldChg chg="modSp add mod">
        <pc:chgData name="sonam jain" userId="a2febca68d5a6bf8" providerId="LiveId" clId="{83C81AB1-53F3-4A8E-9C29-6229CAD69EB8}" dt="2025-09-26T04:21:04.136" v="1259" actId="21"/>
        <pc:sldMkLst>
          <pc:docMk/>
          <pc:sldMk cId="737021141" sldId="325"/>
        </pc:sldMkLst>
        <pc:spChg chg="mod">
          <ac:chgData name="sonam jain" userId="a2febca68d5a6bf8" providerId="LiveId" clId="{83C81AB1-53F3-4A8E-9C29-6229CAD69EB8}" dt="2025-09-26T04:20:36.222" v="1253" actId="20577"/>
          <ac:spMkLst>
            <pc:docMk/>
            <pc:sldMk cId="737021141" sldId="325"/>
            <ac:spMk id="2" creationId="{F9B743EB-D31B-FF12-7F9E-4A7E3D45E051}"/>
          </ac:spMkLst>
        </pc:spChg>
        <pc:spChg chg="mod">
          <ac:chgData name="sonam jain" userId="a2febca68d5a6bf8" providerId="LiveId" clId="{83C81AB1-53F3-4A8E-9C29-6229CAD69EB8}" dt="2025-09-26T04:21:04.136" v="1259" actId="21"/>
          <ac:spMkLst>
            <pc:docMk/>
            <pc:sldMk cId="737021141" sldId="325"/>
            <ac:spMk id="3" creationId="{E78C96B9-AB6A-087E-01F4-08D8E51DB9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63B16-B1B7-4DFA-B226-67B7EA38B2C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37BF6-4CE5-4957-89EB-F1339048ED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61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37BF6-4CE5-4957-89EB-F1339048EDA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055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37BF6-4CE5-4957-89EB-F1339048EDA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47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7A8A-7A88-512C-4AC4-EB90C3AE5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EA79A-4878-B96F-CBAF-7899DC33B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5BA58-4E48-4502-E4E1-BC5EF53D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0C7A6-4960-561D-55B3-098DD02C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681AD-19AC-C519-C658-AFE0A2DA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9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8A00-678D-CFE1-55DA-5D0C0310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80106-1542-8F13-5E89-D37B73BA2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F65D3-5938-BF7D-7AF8-5B291353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504C7-CF34-2783-EB8D-A0C2F788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FEADC-9002-7FDC-598A-4DFA5F69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02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BC93-4F5B-7B2C-47D7-2FD58E5F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B7429-C57F-05AC-FF24-BD239BD1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C322-D77F-E3D9-4C48-52E6F917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7E592-2421-2A77-2FE3-8E27D38E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7C873-2F55-6AAE-704A-5705D2D7A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0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DC6D-159A-C0C8-8DE0-A357DB7A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65A26-CD31-61E6-7665-9CB661743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554B2-03F3-7504-C0EC-8DE53563F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18043-E397-50D2-B1BB-D23A1EB31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FBF48-60FB-84CF-8036-6DACAC9B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D8C5-2B28-B07E-6711-1F3EADB2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4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C5D1-2D42-96C1-636A-A157CDA5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21424-9FDD-B932-F15E-B788A425D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38469-C9E4-3E45-5DF0-4C0C1E27F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6B995-3079-E6F3-9157-619FDDBC4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21511-8140-1EDA-B75F-73629C50E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5B49-C074-E92C-834C-9B2F74E3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D2108-173F-F352-F8E2-54670D1F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F78CC-A22C-1091-8E65-6EAA029D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9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8700-AE34-5E76-16E1-AAE62101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27A4B-B16F-1AB9-B483-617520BE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CF3E1-5A9E-D38B-974E-706AF89B7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53C1A-A1BA-600E-BC6F-BBFE27D7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81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89347-F2F1-2B4C-820C-9985CEE9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BD229-A378-9D20-1401-F0670455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C550-88BD-5016-BEAC-365F93EA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95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B820-CD7F-4426-339F-AE838349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7730-A3B7-C453-D35A-696D78D6B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9F483-78FC-FE18-E78C-9F169C083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AC471-CDF0-3AF3-6537-836784C6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395CC-C278-31C3-F578-BBE40D9F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4F7A5-6AEB-4954-991C-AE05682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2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6805-F83C-0971-52C3-482A464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99653-B76D-C14A-308D-DF054BD62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89D05-DA33-0A64-2B85-E84625131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07DDC-657D-6922-3B83-B0F1FB7C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787EC-64ED-20CB-8DB3-6BD37C35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87D67-8229-77AA-AF0A-D7EFC3DC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74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81B3-D7BC-4134-9176-108AD951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69191-E8B6-AE4F-13A6-01152C016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3922D-BEFC-466A-DA39-CCBA966E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82EA8-27BD-B219-07B8-8661F9BF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072DA-7497-FF68-CE14-004C5D51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82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CE0B1-34EE-02CE-76F4-382B89FD9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63225-8C34-4B80-D86B-4F4781F2F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426B8-6B5A-201D-96C0-8BA2C392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C9C1B-CFD4-CE44-CD20-36B76F35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7622-4D3D-E96F-D253-D75DC83B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46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66334-B3A6-0B9B-2C4C-79FA0EA6B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CDA5C-1298-E129-FE69-222335DFD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E8E0D-D830-47FA-285D-0E1B03C56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15AB4-BA24-4BB5-A7C2-37BD3F87234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1168-8F56-B346-2CA0-F02D5F55C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C2912-FF49-F95B-3EB9-E43FCE854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FA528-CC14-41EF-B30D-7D45A7593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18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java/java_class_attributes.htm" TargetMode="External"/><Relationship Id="rId2" Type="http://schemas.openxmlformats.org/officeDocument/2006/relationships/hyperlink" Target="https://www.tutorialspoint.com/java/java_class_methods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java/java_access_modifiers.ht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java/scanner-nextlong-method-in-java-with-examples/" TargetMode="External"/><Relationship Id="rId3" Type="http://schemas.openxmlformats.org/officeDocument/2006/relationships/hyperlink" Target="https://www.geeksforgeeks.org/java/scanner-nextbyte-method-in-java-with-examples/" TargetMode="External"/><Relationship Id="rId7" Type="http://schemas.openxmlformats.org/officeDocument/2006/relationships/hyperlink" Target="https://www.geeksforgeeks.org/java/scanner-nextline-method-in-java-with-examples/" TargetMode="External"/><Relationship Id="rId2" Type="http://schemas.openxmlformats.org/officeDocument/2006/relationships/hyperlink" Target="https://www.geeksforgeeks.org/java/scanner-nextboolean-method-in-java-with-exampl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java/scanner-nextint-method-in-java-with-examples/" TargetMode="External"/><Relationship Id="rId5" Type="http://schemas.openxmlformats.org/officeDocument/2006/relationships/hyperlink" Target="https://www.geeksforgeeks.org/java/scanner-nextfloat-method-in-java-with-examples/" TargetMode="External"/><Relationship Id="rId4" Type="http://schemas.openxmlformats.org/officeDocument/2006/relationships/hyperlink" Target="https://www.geeksforgeeks.org/java/scanner-nextdouble-method-in-java-with-examples/" TargetMode="External"/><Relationship Id="rId9" Type="http://schemas.openxmlformats.org/officeDocument/2006/relationships/hyperlink" Target="https://www.geeksforgeeks.org/java/scanner-nextshort-method-in-java-with-examples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copy-constructor-in-java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java/how-jvm-works-jvm-architectur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java-keywords/" TargetMode="Externa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compile-time-polymorphism-in-java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dynamic-method-dispatch-runtime-polymorphism-java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DEAD-EC0B-FC6E-EFCB-D55C98562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5878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CONCEPTS USING JAVA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(CA101B)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A5E7E-F934-5C05-1686-12D36C08B2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Sonam jain</a:t>
            </a:r>
          </a:p>
        </p:txBody>
      </p:sp>
    </p:spTree>
    <p:extLst>
      <p:ext uri="{BB962C8B-B14F-4D97-AF65-F5344CB8AC3E}">
        <p14:creationId xmlns:p14="http://schemas.microsoft.com/office/powerpoint/2010/main" val="239443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8"/>
    </mc:Choice>
    <mc:Fallback xmlns="">
      <p:transition spd="slow" advTm="539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CBA1-40FF-F12C-73BA-415118DB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Java OOP(Object Oriented Programming) Concepts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86E7-27A2-AD13-7582-0F5CAE2A0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Object-Oriented Programming (OOP) is a programming paradigm based on the concept of objects that contain data (fields) and behavior (methods). It focuses on designing software that closely represents real-world entities. It is used to:</a:t>
            </a:r>
          </a:p>
          <a:p>
            <a:pPr fontAlgn="base"/>
            <a:r>
              <a:rPr lang="en-US" dirty="0"/>
              <a:t>Improves code reusability</a:t>
            </a:r>
          </a:p>
          <a:p>
            <a:pPr fontAlgn="base"/>
            <a:r>
              <a:rPr lang="en-US" dirty="0"/>
              <a:t>Enhances maintainability and scalability</a:t>
            </a:r>
          </a:p>
          <a:p>
            <a:pPr fontAlgn="base"/>
            <a:r>
              <a:rPr lang="en-US" dirty="0"/>
              <a:t>Makes programs easier to understand and manage</a:t>
            </a:r>
          </a:p>
          <a:p>
            <a:pPr fontAlgn="base"/>
            <a:r>
              <a:rPr lang="en-US" dirty="0"/>
              <a:t>Closely models real-world entities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42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7F07-0692-88B6-D715-83BCB1DD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objects have three essential features: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23C603-503A-DA6A-4233-A0B951522E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314" y="1825625"/>
            <a:ext cx="47856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26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F73E-DB08-7B83-D075-16415A88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 Concepts in Java</a:t>
            </a:r>
            <a:br>
              <a:rPr lang="en-IN" dirty="0"/>
            </a:br>
            <a:endParaRPr lang="en-IN" dirty="0"/>
          </a:p>
        </p:txBody>
      </p:sp>
      <p:pic>
        <p:nvPicPr>
          <p:cNvPr id="3074" name="Picture 2" descr="OOP concepts in Java, OOP concepts, what is object oriented programming ">
            <a:extLst>
              <a:ext uri="{FF2B5EF4-FFF2-40B4-BE49-F238E27FC236}">
                <a16:creationId xmlns:a16="http://schemas.microsoft.com/office/drawing/2014/main" id="{9E124D0D-EE8B-C6C1-6AB6-C32004ACA1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44137"/>
            <a:ext cx="5028137" cy="502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4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5C74-9B09-DAC1-DBCC-DBC818A6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en-IN" dirty="0"/>
              <a:t>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98941-5BF3-F2E4-1FE2-5D5D4E854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class</a:t>
            </a:r>
            <a:r>
              <a:rPr lang="en-US" dirty="0"/>
              <a:t> is a blueprint from which individual objects are created.</a:t>
            </a:r>
          </a:p>
          <a:p>
            <a:r>
              <a:rPr lang="en-US" dirty="0"/>
              <a:t>In Java, everything is related to classes and objects. </a:t>
            </a:r>
          </a:p>
          <a:p>
            <a:r>
              <a:rPr lang="en-US" dirty="0"/>
              <a:t>Each class has its </a:t>
            </a:r>
            <a:r>
              <a:rPr lang="en-US" dirty="0">
                <a:hlinkClick r:id="rId2"/>
              </a:rPr>
              <a:t>methods</a:t>
            </a:r>
            <a:r>
              <a:rPr lang="en-US" dirty="0"/>
              <a:t> and </a:t>
            </a:r>
            <a:r>
              <a:rPr lang="en-US" dirty="0">
                <a:hlinkClick r:id="rId3"/>
              </a:rPr>
              <a:t>attributes</a:t>
            </a:r>
            <a:r>
              <a:rPr lang="en-US" dirty="0"/>
              <a:t> that can be accessed and manipulated through the objects.</a:t>
            </a:r>
          </a:p>
          <a:p>
            <a:pPr marL="0" indent="0">
              <a:buNone/>
            </a:pPr>
            <a:r>
              <a:rPr lang="en-US" b="1" dirty="0"/>
              <a:t>Properties of Java Classes</a:t>
            </a:r>
          </a:p>
          <a:p>
            <a:r>
              <a:rPr lang="en-US" dirty="0"/>
              <a:t>A class does not take any byte of memory.</a:t>
            </a:r>
          </a:p>
          <a:p>
            <a:r>
              <a:rPr lang="en-US" dirty="0"/>
              <a:t>A class is just like a real-world entity, but it is not a real-world entity. It's a blueprint where we specify the functionalities.</a:t>
            </a:r>
          </a:p>
          <a:p>
            <a:r>
              <a:rPr lang="en-US" dirty="0"/>
              <a:t>A class contains mainly two things: Methods and Data Members.</a:t>
            </a:r>
          </a:p>
          <a:p>
            <a:r>
              <a:rPr lang="en-US" dirty="0"/>
              <a:t>A class can also be a nested class.</a:t>
            </a:r>
          </a:p>
          <a:p>
            <a:r>
              <a:rPr lang="en-US" dirty="0"/>
              <a:t>Classes follow all of the rules of OOPs such as inheritance, encapsulation, abstraction,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828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A815-A27E-4E61-7EA2-EF4A521B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(Declaring) a Java Class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E404-F29A-BD52-BE80-0F37412C1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236"/>
            <a:ext cx="10515600" cy="5151727"/>
          </a:xfrm>
        </p:spPr>
        <p:txBody>
          <a:bodyPr>
            <a:normAutofit/>
          </a:bodyPr>
          <a:lstStyle/>
          <a:p>
            <a:r>
              <a:rPr lang="en-US" dirty="0"/>
              <a:t>To create (declare) a class, you need to use </a:t>
            </a:r>
            <a:r>
              <a:rPr lang="en-US" i="1" dirty="0">
                <a:hlinkClick r:id="rId2"/>
              </a:rPr>
              <a:t>access modifiers</a:t>
            </a:r>
            <a:r>
              <a:rPr lang="en-US" dirty="0"/>
              <a:t> followed by </a:t>
            </a:r>
            <a:r>
              <a:rPr lang="en-US" b="1" dirty="0"/>
              <a:t>class</a:t>
            </a:r>
            <a:r>
              <a:rPr lang="en-US" dirty="0"/>
              <a:t> keyword and </a:t>
            </a:r>
            <a:r>
              <a:rPr lang="en-US" i="1" dirty="0" err="1"/>
              <a:t>class_name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Syntax to create a Java class</a:t>
            </a:r>
          </a:p>
          <a:p>
            <a:r>
              <a:rPr lang="en-US" dirty="0"/>
              <a:t>Use the below syntax to create (declare) class in Java:</a:t>
            </a:r>
          </a:p>
          <a:p>
            <a:pPr marL="0" indent="0">
              <a:buNone/>
            </a:pPr>
            <a:endParaRPr lang="en-US" sz="3200" dirty="0"/>
          </a:p>
          <a:p>
            <a:pPr marL="457200" lvl="1" indent="0">
              <a:buNone/>
            </a:pPr>
            <a:r>
              <a:rPr lang="en-US" sz="2000" dirty="0" err="1"/>
              <a:t>access_modifier</a:t>
            </a:r>
            <a:r>
              <a:rPr lang="en-US" sz="2000" dirty="0"/>
              <a:t> class </a:t>
            </a:r>
            <a:r>
              <a:rPr lang="en-US" sz="2000" dirty="0" err="1"/>
              <a:t>class_name</a:t>
            </a:r>
            <a:r>
              <a:rPr lang="en-US" sz="2000" dirty="0"/>
              <a:t>{</a:t>
            </a:r>
          </a:p>
          <a:p>
            <a:pPr marL="457200" lvl="1" indent="0">
              <a:buNone/>
            </a:pPr>
            <a:r>
              <a:rPr lang="en-US" sz="2000" dirty="0"/>
              <a:t>  data members;</a:t>
            </a:r>
          </a:p>
          <a:p>
            <a:pPr marL="457200" lvl="1" indent="0">
              <a:buNone/>
            </a:pPr>
            <a:r>
              <a:rPr lang="en-US" sz="2000" dirty="0"/>
              <a:t>  constructors;</a:t>
            </a:r>
          </a:p>
          <a:p>
            <a:pPr marL="457200" lvl="1" indent="0">
              <a:buNone/>
            </a:pPr>
            <a:r>
              <a:rPr lang="en-US" sz="2000" dirty="0"/>
              <a:t>  methods;</a:t>
            </a:r>
          </a:p>
          <a:p>
            <a:pPr marL="457200" lvl="1" indent="0">
              <a:buNone/>
            </a:pPr>
            <a:r>
              <a:rPr lang="en-US" sz="2000" dirty="0"/>
              <a:t>  ...;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1976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FFBE-A4F3-55A0-B3EC-B9CC8BAE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039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a Java Class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2672-6B67-91B5-E42B-21D9BB539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164"/>
            <a:ext cx="10515600" cy="5271799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// Creating a Java class</a:t>
            </a:r>
          </a:p>
          <a:p>
            <a:r>
              <a:rPr lang="en-IN" b="1" dirty="0"/>
              <a:t>class Dog {</a:t>
            </a:r>
          </a:p>
          <a:p>
            <a:r>
              <a:rPr lang="en-IN" b="1" dirty="0"/>
              <a:t>  // Declaring and initializing the attributes</a:t>
            </a:r>
          </a:p>
          <a:p>
            <a:r>
              <a:rPr lang="en-IN" b="1" dirty="0"/>
              <a:t>  String breed;</a:t>
            </a:r>
          </a:p>
          <a:p>
            <a:r>
              <a:rPr lang="en-IN" b="1" dirty="0"/>
              <a:t>  int age;</a:t>
            </a:r>
          </a:p>
          <a:p>
            <a:r>
              <a:rPr lang="en-IN" b="1" dirty="0"/>
              <a:t>  String </a:t>
            </a:r>
            <a:r>
              <a:rPr lang="en-IN" b="1" dirty="0" err="1"/>
              <a:t>color</a:t>
            </a:r>
            <a:r>
              <a:rPr lang="en-IN" b="1" dirty="0"/>
              <a:t>;</a:t>
            </a:r>
          </a:p>
          <a:p>
            <a:endParaRPr lang="en-IN" b="1" dirty="0"/>
          </a:p>
          <a:p>
            <a:r>
              <a:rPr lang="en-IN" b="1" dirty="0"/>
              <a:t>  // methods to set breed, age, and </a:t>
            </a:r>
            <a:r>
              <a:rPr lang="en-IN" b="1" dirty="0" err="1"/>
              <a:t>color</a:t>
            </a:r>
            <a:r>
              <a:rPr lang="en-IN" b="1" dirty="0"/>
              <a:t> of the dog</a:t>
            </a:r>
          </a:p>
          <a:p>
            <a:r>
              <a:rPr lang="en-IN" b="1" dirty="0"/>
              <a:t>  public void </a:t>
            </a:r>
            <a:r>
              <a:rPr lang="en-IN" b="1" dirty="0" err="1"/>
              <a:t>setBreed</a:t>
            </a:r>
            <a:r>
              <a:rPr lang="en-IN" b="1" dirty="0"/>
              <a:t>(String breed)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this.breed</a:t>
            </a:r>
            <a:r>
              <a:rPr lang="en-IN" b="1" dirty="0"/>
              <a:t> = breed;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  public void </a:t>
            </a:r>
            <a:r>
              <a:rPr lang="en-IN" b="1" dirty="0" err="1"/>
              <a:t>setAge</a:t>
            </a:r>
            <a:r>
              <a:rPr lang="en-IN" b="1" dirty="0"/>
              <a:t>(int age)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this.age</a:t>
            </a:r>
            <a:r>
              <a:rPr lang="en-IN" b="1" dirty="0"/>
              <a:t> = age;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  public void </a:t>
            </a:r>
            <a:r>
              <a:rPr lang="en-IN" b="1" dirty="0" err="1"/>
              <a:t>setColor</a:t>
            </a:r>
            <a:r>
              <a:rPr lang="en-IN" b="1" dirty="0"/>
              <a:t>(String </a:t>
            </a:r>
            <a:r>
              <a:rPr lang="en-IN" b="1" dirty="0" err="1"/>
              <a:t>color</a:t>
            </a:r>
            <a:r>
              <a:rPr lang="en-IN" b="1" dirty="0"/>
              <a:t>) {</a:t>
            </a:r>
          </a:p>
          <a:p>
            <a:r>
              <a:rPr lang="en-IN" b="1" dirty="0"/>
              <a:t>    </a:t>
            </a:r>
            <a:r>
              <a:rPr lang="en-IN" b="1" dirty="0" err="1"/>
              <a:t>this.color</a:t>
            </a:r>
            <a:r>
              <a:rPr lang="en-IN" b="1" dirty="0"/>
              <a:t> = </a:t>
            </a:r>
            <a:r>
              <a:rPr lang="en-IN" b="1" dirty="0" err="1"/>
              <a:t>color</a:t>
            </a:r>
            <a:r>
              <a:rPr lang="en-IN" b="1" dirty="0"/>
              <a:t>;</a:t>
            </a:r>
          </a:p>
          <a:p>
            <a:r>
              <a:rPr lang="en-IN" b="1" dirty="0"/>
              <a:t>  }</a:t>
            </a:r>
          </a:p>
          <a:p>
            <a:endParaRPr lang="en-IN" b="1" dirty="0"/>
          </a:p>
          <a:p>
            <a:r>
              <a:rPr lang="en-IN" b="1" dirty="0"/>
              <a:t>  // method to print all three values</a:t>
            </a:r>
          </a:p>
          <a:p>
            <a:r>
              <a:rPr lang="en-IN" b="1" dirty="0"/>
              <a:t>  public void </a:t>
            </a:r>
            <a:r>
              <a:rPr lang="en-IN" b="1" dirty="0" err="1"/>
              <a:t>printDetails</a:t>
            </a:r>
            <a:r>
              <a:rPr lang="en-IN" b="1" dirty="0"/>
              <a:t>() {</a:t>
            </a:r>
          </a:p>
          <a:p>
            <a:r>
              <a:rPr lang="en-IN" b="1" dirty="0"/>
              <a:t>    </a:t>
            </a:r>
            <a:r>
              <a:rPr lang="en-IN" b="1" dirty="0" err="1"/>
              <a:t>System.out.println</a:t>
            </a:r>
            <a:r>
              <a:rPr lang="en-IN" b="1" dirty="0"/>
              <a:t>("Dog </a:t>
            </a:r>
            <a:r>
              <a:rPr lang="en-IN" b="1" dirty="0" err="1"/>
              <a:t>detials</a:t>
            </a:r>
            <a:r>
              <a:rPr lang="en-IN" b="1" dirty="0"/>
              <a:t>:");</a:t>
            </a:r>
          </a:p>
          <a:p>
            <a:r>
              <a:rPr lang="en-IN" b="1" dirty="0"/>
              <a:t>    </a:t>
            </a:r>
            <a:r>
              <a:rPr lang="en-IN" b="1" dirty="0" err="1"/>
              <a:t>System.out.println</a:t>
            </a:r>
            <a:r>
              <a:rPr lang="en-IN" b="1" dirty="0"/>
              <a:t>(</a:t>
            </a:r>
            <a:r>
              <a:rPr lang="en-IN" b="1" dirty="0" err="1"/>
              <a:t>this.breed</a:t>
            </a:r>
            <a:r>
              <a:rPr lang="en-IN" b="1" dirty="0"/>
              <a:t>);</a:t>
            </a:r>
          </a:p>
          <a:p>
            <a:r>
              <a:rPr lang="en-IN" b="1" dirty="0"/>
              <a:t>    </a:t>
            </a:r>
            <a:r>
              <a:rPr lang="en-IN" b="1" dirty="0" err="1"/>
              <a:t>System.out.println</a:t>
            </a:r>
            <a:r>
              <a:rPr lang="en-IN" b="1" dirty="0"/>
              <a:t>(</a:t>
            </a:r>
            <a:r>
              <a:rPr lang="en-IN" b="1" dirty="0" err="1"/>
              <a:t>this.age</a:t>
            </a:r>
            <a:r>
              <a:rPr lang="en-IN" b="1" dirty="0"/>
              <a:t>);</a:t>
            </a:r>
          </a:p>
          <a:p>
            <a:r>
              <a:rPr lang="en-IN" b="1" dirty="0"/>
              <a:t>    </a:t>
            </a:r>
            <a:r>
              <a:rPr lang="en-IN" b="1" dirty="0" err="1"/>
              <a:t>System.out.println</a:t>
            </a:r>
            <a:r>
              <a:rPr lang="en-IN" b="1" dirty="0"/>
              <a:t>(</a:t>
            </a:r>
            <a:r>
              <a:rPr lang="en-IN" b="1" dirty="0" err="1"/>
              <a:t>this.color</a:t>
            </a:r>
            <a:r>
              <a:rPr lang="en-IN" b="1" dirty="0"/>
              <a:t>);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782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43EF-86DF-1406-2AAD-1CDEFC8D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en-IN" dirty="0"/>
              <a:t>What are Java Objects?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90B6-218E-A552-7F41-5FAE62521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873"/>
            <a:ext cx="10515600" cy="5244090"/>
          </a:xfrm>
        </p:spPr>
        <p:txBody>
          <a:bodyPr>
            <a:normAutofit/>
          </a:bodyPr>
          <a:lstStyle/>
          <a:p>
            <a:r>
              <a:rPr lang="en-US" dirty="0"/>
              <a:t>An </a:t>
            </a:r>
            <a:r>
              <a:rPr lang="en-US" b="1" dirty="0"/>
              <a:t>object</a:t>
            </a:r>
            <a:r>
              <a:rPr lang="en-US" dirty="0"/>
              <a:t> is a variable of the type </a:t>
            </a:r>
            <a:r>
              <a:rPr lang="en-US" b="1" dirty="0"/>
              <a:t>class</a:t>
            </a:r>
            <a:r>
              <a:rPr lang="en-US" dirty="0"/>
              <a:t>,</a:t>
            </a:r>
          </a:p>
          <a:p>
            <a:r>
              <a:rPr lang="en-US" dirty="0"/>
              <a:t> it is a basic component of an object-oriented programming system. </a:t>
            </a:r>
          </a:p>
          <a:p>
            <a:r>
              <a:rPr lang="en-US" dirty="0"/>
              <a:t>A class has the methods and data members (attributes), these methods and data members are accessed through an </a:t>
            </a:r>
            <a:r>
              <a:rPr lang="en-US" b="1" dirty="0"/>
              <a:t>object</a:t>
            </a:r>
            <a:r>
              <a:rPr lang="en-US" dirty="0"/>
              <a:t>. </a:t>
            </a:r>
          </a:p>
          <a:p>
            <a:r>
              <a:rPr lang="en-US" dirty="0"/>
              <a:t>Thus, an object is an instance of a class.</a:t>
            </a:r>
          </a:p>
          <a:p>
            <a:pPr marL="0" indent="0">
              <a:buNone/>
            </a:pPr>
            <a:r>
              <a:rPr lang="en-US" b="1" dirty="0"/>
              <a:t>Creating (Declaring) a Java Object</a:t>
            </a:r>
          </a:p>
          <a:p>
            <a:pPr marL="0" indent="0">
              <a:buNone/>
            </a:pPr>
            <a:r>
              <a:rPr lang="en-US" dirty="0"/>
              <a:t>There are three steps when creating an object from a class −</a:t>
            </a:r>
          </a:p>
          <a:p>
            <a:r>
              <a:rPr lang="en-US" sz="2000" b="1" dirty="0"/>
              <a:t>Declaration</a:t>
            </a:r>
            <a:r>
              <a:rPr lang="en-US" sz="2000" dirty="0"/>
              <a:t> − A variable declaration with a variable name with an object type.</a:t>
            </a:r>
          </a:p>
          <a:p>
            <a:r>
              <a:rPr lang="en-US" sz="2000" b="1" dirty="0"/>
              <a:t>Instantiation</a:t>
            </a:r>
            <a:r>
              <a:rPr lang="en-US" sz="2000" dirty="0"/>
              <a:t> − The 'new' keyword is used to create the object.</a:t>
            </a:r>
          </a:p>
          <a:p>
            <a:r>
              <a:rPr lang="en-US" sz="2000" b="1" dirty="0"/>
              <a:t>Initialization</a:t>
            </a:r>
            <a:r>
              <a:rPr lang="en-US" sz="2000" dirty="0"/>
              <a:t> − The 'new' keyword is followed by a call to a constructor. This call initializes the new object.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8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3321-296D-3A0A-0E64-56EBCCFDD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Syntax to Create a Java Object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33AA-4127-3C8B-4B31-C3AFF441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the below syntax to create an object of the class in Java: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 err="1"/>
              <a:t>Class_name</a:t>
            </a:r>
            <a:r>
              <a:rPr lang="en-US" sz="2400" dirty="0"/>
              <a:t> </a:t>
            </a:r>
            <a:r>
              <a:rPr lang="en-US" sz="2400" dirty="0" err="1"/>
              <a:t>object_name</a:t>
            </a:r>
            <a:r>
              <a:rPr lang="en-US" sz="2400" dirty="0"/>
              <a:t> = new </a:t>
            </a:r>
            <a:r>
              <a:rPr lang="en-US" sz="2400" dirty="0" err="1"/>
              <a:t>Class_name</a:t>
            </a:r>
            <a:r>
              <a:rPr lang="en-US" sz="2400" dirty="0"/>
              <a:t>([parameters]);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608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6D51-96AF-D6C1-5190-E12E1CD8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1493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8414-5517-CECA-206E-C983AB89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3"/>
            <a:ext cx="10515600" cy="534569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class Dog {</a:t>
            </a:r>
          </a:p>
          <a:p>
            <a:r>
              <a:rPr lang="en-IN" dirty="0"/>
              <a:t>  // Declaring and initializing the attributes</a:t>
            </a:r>
          </a:p>
          <a:p>
            <a:r>
              <a:rPr lang="en-IN" dirty="0"/>
              <a:t>  String breed;</a:t>
            </a:r>
          </a:p>
          <a:p>
            <a:r>
              <a:rPr lang="en-IN" dirty="0"/>
              <a:t>  int age;</a:t>
            </a:r>
          </a:p>
          <a:p>
            <a:r>
              <a:rPr lang="en-IN" dirty="0"/>
              <a:t>  String </a:t>
            </a:r>
            <a:r>
              <a:rPr lang="en-IN" dirty="0" err="1"/>
              <a:t>color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// methods to set breed, age, and </a:t>
            </a:r>
            <a:r>
              <a:rPr lang="en-IN" dirty="0" err="1"/>
              <a:t>color</a:t>
            </a:r>
            <a:r>
              <a:rPr lang="en-IN" dirty="0"/>
              <a:t> of the dog</a:t>
            </a:r>
          </a:p>
          <a:p>
            <a:r>
              <a:rPr lang="en-IN" dirty="0"/>
              <a:t>  public void </a:t>
            </a:r>
            <a:r>
              <a:rPr lang="en-IN" dirty="0" err="1"/>
              <a:t>setBreed</a:t>
            </a:r>
            <a:r>
              <a:rPr lang="en-IN" dirty="0"/>
              <a:t>(String breed) {</a:t>
            </a:r>
          </a:p>
          <a:p>
            <a:r>
              <a:rPr lang="en-IN" dirty="0"/>
              <a:t>    </a:t>
            </a:r>
            <a:r>
              <a:rPr lang="en-IN" dirty="0" err="1"/>
              <a:t>this.breed</a:t>
            </a:r>
            <a:r>
              <a:rPr lang="en-IN" dirty="0"/>
              <a:t> = breed;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void </a:t>
            </a:r>
            <a:r>
              <a:rPr lang="en-IN" dirty="0" err="1"/>
              <a:t>setAge</a:t>
            </a:r>
            <a:r>
              <a:rPr lang="en-IN" dirty="0"/>
              <a:t>(int age) {</a:t>
            </a:r>
          </a:p>
          <a:p>
            <a:r>
              <a:rPr lang="en-IN" dirty="0"/>
              <a:t>    </a:t>
            </a:r>
            <a:r>
              <a:rPr lang="en-IN" dirty="0" err="1"/>
              <a:t>this.age</a:t>
            </a:r>
            <a:r>
              <a:rPr lang="en-IN" dirty="0"/>
              <a:t> = age;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public void </a:t>
            </a:r>
            <a:r>
              <a:rPr lang="en-IN" dirty="0" err="1"/>
              <a:t>setColor</a:t>
            </a:r>
            <a:r>
              <a:rPr lang="en-IN" dirty="0"/>
              <a:t>(String </a:t>
            </a:r>
            <a:r>
              <a:rPr lang="en-IN" dirty="0" err="1"/>
              <a:t>color</a:t>
            </a:r>
            <a:r>
              <a:rPr lang="en-IN" dirty="0"/>
              <a:t>) {</a:t>
            </a:r>
          </a:p>
          <a:p>
            <a:r>
              <a:rPr lang="en-IN" dirty="0"/>
              <a:t>    </a:t>
            </a:r>
            <a:r>
              <a:rPr lang="en-IN" dirty="0" err="1"/>
              <a:t>this.color</a:t>
            </a:r>
            <a:r>
              <a:rPr lang="en-IN" dirty="0"/>
              <a:t> = </a:t>
            </a:r>
            <a:r>
              <a:rPr lang="en-IN" dirty="0" err="1"/>
              <a:t>color</a:t>
            </a:r>
            <a:r>
              <a:rPr lang="en-IN" dirty="0"/>
              <a:t>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// method to print all three values</a:t>
            </a:r>
          </a:p>
          <a:p>
            <a:r>
              <a:rPr lang="en-IN" dirty="0"/>
              <a:t>  public void </a:t>
            </a:r>
            <a:r>
              <a:rPr lang="en-IN" dirty="0" err="1"/>
              <a:t>printDetails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("Dog </a:t>
            </a:r>
            <a:r>
              <a:rPr lang="en-IN" dirty="0" err="1"/>
              <a:t>detials</a:t>
            </a:r>
            <a:r>
              <a:rPr lang="en-IN" dirty="0"/>
              <a:t>:");</a:t>
            </a:r>
          </a:p>
        </p:txBody>
      </p:sp>
    </p:spTree>
    <p:extLst>
      <p:ext uri="{BB962C8B-B14F-4D97-AF65-F5344CB8AC3E}">
        <p14:creationId xmlns:p14="http://schemas.microsoft.com/office/powerpoint/2010/main" val="2352405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6D51-96AF-D6C1-5190-E12E1CD8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1493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8414-5517-CECA-206E-C983AB89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3"/>
            <a:ext cx="10515600" cy="5345690"/>
          </a:xfrm>
        </p:spPr>
        <p:txBody>
          <a:bodyPr>
            <a:normAutofit fontScale="47500" lnSpcReduction="20000"/>
          </a:bodyPr>
          <a:lstStyle/>
          <a:p>
            <a:r>
              <a:rPr lang="en-IN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this.breed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this.age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this.color</a:t>
            </a:r>
            <a:r>
              <a:rPr lang="en-IN" dirty="0"/>
              <a:t>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Main {</a:t>
            </a:r>
          </a:p>
          <a:p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// Creating an object of the class Dog</a:t>
            </a:r>
          </a:p>
          <a:p>
            <a:r>
              <a:rPr lang="en-IN" dirty="0"/>
              <a:t>    Dog </a:t>
            </a:r>
            <a:r>
              <a:rPr lang="en-IN" dirty="0" err="1"/>
              <a:t>obj</a:t>
            </a:r>
            <a:r>
              <a:rPr lang="en-IN" dirty="0"/>
              <a:t> = new Dog();</a:t>
            </a:r>
          </a:p>
          <a:p>
            <a:endParaRPr lang="en-IN" dirty="0"/>
          </a:p>
          <a:p>
            <a:r>
              <a:rPr lang="en-IN" dirty="0"/>
              <a:t>    // setting the attributes</a:t>
            </a:r>
          </a:p>
          <a:p>
            <a:r>
              <a:rPr lang="en-IN" dirty="0"/>
              <a:t>    </a:t>
            </a:r>
            <a:r>
              <a:rPr lang="en-IN" dirty="0" err="1"/>
              <a:t>obj.setBreed</a:t>
            </a:r>
            <a:r>
              <a:rPr lang="en-IN" dirty="0"/>
              <a:t>("Golden Retriever");</a:t>
            </a:r>
          </a:p>
          <a:p>
            <a:r>
              <a:rPr lang="en-IN" dirty="0"/>
              <a:t>    </a:t>
            </a:r>
            <a:r>
              <a:rPr lang="en-IN" dirty="0" err="1"/>
              <a:t>obj.setAge</a:t>
            </a:r>
            <a:r>
              <a:rPr lang="en-IN" dirty="0"/>
              <a:t>(2);</a:t>
            </a:r>
          </a:p>
          <a:p>
            <a:r>
              <a:rPr lang="en-IN" dirty="0"/>
              <a:t>    </a:t>
            </a:r>
            <a:r>
              <a:rPr lang="en-IN" dirty="0" err="1"/>
              <a:t>obj.setColor</a:t>
            </a:r>
            <a:r>
              <a:rPr lang="en-IN" dirty="0"/>
              <a:t>("Golden");</a:t>
            </a:r>
          </a:p>
          <a:p>
            <a:endParaRPr lang="en-IN" dirty="0"/>
          </a:p>
          <a:p>
            <a:r>
              <a:rPr lang="en-IN" dirty="0"/>
              <a:t>    // Printing values</a:t>
            </a:r>
          </a:p>
          <a:p>
            <a:r>
              <a:rPr lang="en-IN" dirty="0"/>
              <a:t>    </a:t>
            </a:r>
            <a:r>
              <a:rPr lang="en-IN" dirty="0" err="1"/>
              <a:t>obj.printDetails</a:t>
            </a:r>
            <a:r>
              <a:rPr lang="en-IN" dirty="0"/>
              <a:t>();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578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8B43-2198-9D57-65AA-24BA0FFA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Accessing Instance Variables and Methods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9AFD1-11FF-BDEB-B29A-1F755C64B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946"/>
            <a:ext cx="10515600" cy="51240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/* First create an object */</a:t>
            </a:r>
          </a:p>
          <a:p>
            <a:pPr marL="0" indent="0">
              <a:buNone/>
            </a:pPr>
            <a:r>
              <a:rPr lang="en-US" dirty="0" err="1"/>
              <a:t>ObjectReference</a:t>
            </a:r>
            <a:r>
              <a:rPr lang="en-US" dirty="0"/>
              <a:t> = new Constructor();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/* Now call a variable as follows */</a:t>
            </a:r>
          </a:p>
          <a:p>
            <a:pPr marL="0" indent="0">
              <a:buNone/>
            </a:pPr>
            <a:r>
              <a:rPr lang="en-US" dirty="0" err="1"/>
              <a:t>ObjectReference.variableName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/* Now you can call a class method as follows */</a:t>
            </a:r>
          </a:p>
          <a:p>
            <a:pPr marL="0" indent="0">
              <a:buNone/>
            </a:pPr>
            <a:r>
              <a:rPr lang="en-US" dirty="0" err="1"/>
              <a:t>ObjectReference.MethodName</a:t>
            </a:r>
            <a:r>
              <a:rPr lang="en-US" dirty="0"/>
              <a:t>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14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1E1-6AB2-1AD6-0E02-C880537B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Scanner class /Input from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E552-5564-A2FC-3D00-C3BB7B429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709"/>
            <a:ext cx="10515600" cy="46252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In Java, the </a:t>
            </a:r>
            <a:r>
              <a:rPr lang="en-US" b="1" dirty="0"/>
              <a:t>Scanner class</a:t>
            </a:r>
            <a:r>
              <a:rPr lang="en-US" dirty="0"/>
              <a:t> is present in the </a:t>
            </a:r>
            <a:r>
              <a:rPr lang="en-US" b="1" dirty="0" err="1"/>
              <a:t>java.util</a:t>
            </a:r>
            <a:r>
              <a:rPr lang="en-US" b="1" dirty="0"/>
              <a:t> </a:t>
            </a:r>
            <a:r>
              <a:rPr lang="en-US" dirty="0"/>
              <a:t>package is used to obtain input for primitive types like </a:t>
            </a:r>
            <a:r>
              <a:rPr lang="en-US" b="1" dirty="0"/>
              <a:t>int, double</a:t>
            </a:r>
            <a:r>
              <a:rPr lang="en-US" dirty="0"/>
              <a:t>, etc., and </a:t>
            </a:r>
            <a:r>
              <a:rPr lang="en-US" b="1" dirty="0"/>
              <a:t>strings.</a:t>
            </a:r>
          </a:p>
          <a:p>
            <a:pPr marL="0" indent="0" fontAlgn="base">
              <a:buNone/>
            </a:pP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b="1" dirty="0"/>
              <a:t>Demo</a:t>
            </a:r>
            <a:endParaRPr lang="en-IN" dirty="0"/>
          </a:p>
          <a:p>
            <a:pPr marL="0" indent="0" fontAlgn="base">
              <a:buNone/>
            </a:pPr>
            <a:r>
              <a:rPr lang="en-IN" dirty="0"/>
              <a:t>{</a:t>
            </a:r>
          </a:p>
          <a:p>
            <a:pPr marL="0" indent="0" fontAlgn="base">
              <a:buNone/>
            </a:pPr>
            <a:r>
              <a:rPr lang="en-IN" dirty="0"/>
              <a:t>    </a:t>
            </a: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static</a:t>
            </a:r>
            <a:r>
              <a:rPr lang="en-IN" dirty="0"/>
              <a:t>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 fontAlgn="base">
              <a:buNone/>
            </a:pPr>
            <a:r>
              <a:rPr lang="en-IN" dirty="0"/>
              <a:t>        Scanner </a:t>
            </a:r>
            <a:r>
              <a:rPr lang="en-IN" dirty="0" err="1"/>
              <a:t>sc</a:t>
            </a:r>
            <a:r>
              <a:rPr lang="en-IN" dirty="0"/>
              <a:t> = </a:t>
            </a:r>
            <a:r>
              <a:rPr lang="en-IN" b="1" dirty="0"/>
              <a:t>new</a:t>
            </a:r>
            <a:r>
              <a:rPr lang="en-IN" dirty="0"/>
              <a:t> Scanner(System.in);</a:t>
            </a:r>
          </a:p>
          <a:p>
            <a:pPr marL="0" indent="0" fontAlgn="base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("Enter your name:");</a:t>
            </a:r>
          </a:p>
          <a:p>
            <a:pPr marL="0" indent="0" fontAlgn="base">
              <a:buNone/>
            </a:pPr>
            <a:r>
              <a:rPr lang="en-IN" dirty="0"/>
              <a:t>        String name = </a:t>
            </a:r>
            <a:r>
              <a:rPr lang="en-IN" dirty="0" err="1"/>
              <a:t>sc.nextLine</a:t>
            </a:r>
            <a:r>
              <a:rPr lang="en-IN" dirty="0"/>
              <a:t>();</a:t>
            </a:r>
          </a:p>
          <a:p>
            <a:pPr marL="0" indent="0" fontAlgn="base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("Hello, " + name + " Welcome to the </a:t>
            </a:r>
            <a:r>
              <a:rPr lang="en-IN" dirty="0" err="1"/>
              <a:t>GeeksforGeeks</a:t>
            </a:r>
            <a:r>
              <a:rPr lang="en-IN" dirty="0"/>
              <a:t>.");</a:t>
            </a:r>
          </a:p>
          <a:p>
            <a:pPr marL="0" indent="0" fontAlgn="base">
              <a:buNone/>
            </a:pPr>
            <a:r>
              <a:rPr lang="en-IN" dirty="0"/>
              <a:t>}</a:t>
            </a:r>
          </a:p>
          <a:p>
            <a:pPr marL="0" indent="0" fontAlgn="base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65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3F6B-6733-9D51-39A9-68A109C9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0A8F-8423-2768-0D2B-80A4A510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System is a built-in class in Java. It has 3 important objects:</a:t>
            </a:r>
          </a:p>
          <a:p>
            <a:pPr marL="0" indent="0">
              <a:buNone/>
            </a:pPr>
            <a:r>
              <a:rPr lang="en-IN" dirty="0" err="1"/>
              <a:t>System.out</a:t>
            </a:r>
            <a:r>
              <a:rPr lang="en-IN" dirty="0"/>
              <a:t> → for printing output (screen).</a:t>
            </a:r>
          </a:p>
          <a:p>
            <a:pPr marL="0" indent="0">
              <a:buNone/>
            </a:pPr>
            <a:r>
              <a:rPr lang="en-IN" dirty="0" err="1"/>
              <a:t>System.err</a:t>
            </a:r>
            <a:r>
              <a:rPr lang="en-IN" dirty="0"/>
              <a:t> → for error messages.</a:t>
            </a:r>
          </a:p>
          <a:p>
            <a:pPr marL="0" indent="0">
              <a:buNone/>
            </a:pPr>
            <a:r>
              <a:rPr lang="en-IN" dirty="0"/>
              <a:t>System.in → for taking input (keyboard).</a:t>
            </a:r>
          </a:p>
        </p:txBody>
      </p:sp>
    </p:spTree>
    <p:extLst>
      <p:ext uri="{BB962C8B-B14F-4D97-AF65-F5344CB8AC3E}">
        <p14:creationId xmlns:p14="http://schemas.microsoft.com/office/powerpoint/2010/main" val="171202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7693-AC48-6E6C-D520-DAF3E311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ED20A2-1559-DDC3-6DFF-3B6D64CF1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240586"/>
              </p:ext>
            </p:extLst>
          </p:nvPr>
        </p:nvGraphicFramePr>
        <p:xfrm>
          <a:off x="1819563" y="295563"/>
          <a:ext cx="8368146" cy="6271493"/>
        </p:xfrm>
        <a:graphic>
          <a:graphicData uri="http://schemas.openxmlformats.org/drawingml/2006/table">
            <a:tbl>
              <a:tblPr/>
              <a:tblGrid>
                <a:gridCol w="4184073">
                  <a:extLst>
                    <a:ext uri="{9D8B030D-6E8A-4147-A177-3AD203B41FA5}">
                      <a16:colId xmlns:a16="http://schemas.microsoft.com/office/drawing/2014/main" val="1756611422"/>
                    </a:ext>
                  </a:extLst>
                </a:gridCol>
                <a:gridCol w="4184073">
                  <a:extLst>
                    <a:ext uri="{9D8B030D-6E8A-4147-A177-3AD203B41FA5}">
                      <a16:colId xmlns:a16="http://schemas.microsoft.com/office/drawing/2014/main" val="3548521240"/>
                    </a:ext>
                  </a:extLst>
                </a:gridCol>
              </a:tblGrid>
              <a:tr h="613864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Method</a:t>
                      </a:r>
                    </a:p>
                  </a:txBody>
                  <a:tcPr marL="38100" marR="381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400" b="1">
                          <a:effectLst/>
                        </a:rPr>
                        <a:t>Description</a:t>
                      </a:r>
                    </a:p>
                  </a:txBody>
                  <a:tcPr marL="63500" marR="63500" marT="63500" marB="635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38625"/>
                  </a:ext>
                </a:extLst>
              </a:tr>
              <a:tr h="1007837">
                <a:tc>
                  <a:txBody>
                    <a:bodyPr/>
                    <a:lstStyle/>
                    <a:p>
                      <a:pPr algn="l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2"/>
                        </a:rPr>
                        <a:t>nextBoolean()</a:t>
                      </a:r>
                      <a:r>
                        <a:rPr lang="en-IN" sz="1250" b="0">
                          <a:effectLst/>
                        </a:rPr>
                        <a:t>         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Boolean value                    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623439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3"/>
                        </a:rPr>
                        <a:t>nextByte()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Byte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824689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4"/>
                        </a:rPr>
                        <a:t>nextDouble()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Double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02464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5"/>
                        </a:rPr>
                        <a:t>nextFloat()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Float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79295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6"/>
                        </a:rPr>
                        <a:t>nextInt()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Int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564609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7"/>
                        </a:rPr>
                        <a:t>nextLine()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Line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72516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8"/>
                        </a:rPr>
                        <a:t>nextLong()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>
                          <a:effectLst/>
                        </a:rPr>
                        <a:t>Used for reading Long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67341"/>
                  </a:ext>
                </a:extLst>
              </a:tr>
              <a:tr h="66425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50" b="1" u="sng">
                          <a:solidFill>
                            <a:srgbClr val="357960"/>
                          </a:solidFill>
                          <a:effectLst/>
                          <a:hlinkClick r:id="rId9"/>
                        </a:rPr>
                        <a:t>nextShort()</a:t>
                      </a:r>
                      <a:endParaRPr lang="en-IN" sz="1250" b="0">
                        <a:effectLst/>
                      </a:endParaRP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50" b="0" dirty="0">
                          <a:effectLst/>
                        </a:rPr>
                        <a:t>Used for reading Short value</a:t>
                      </a:r>
                    </a:p>
                  </a:txBody>
                  <a:tcPr marL="63500" marR="63500" marT="88900" marB="88900" anchor="ctr">
                    <a:lnL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98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38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67B6-31AB-2853-688A-E5043FB9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D5F8-F771-77FC-CE2F-E46791F8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endParaRPr lang="en-US" b="1" dirty="0"/>
          </a:p>
          <a:p>
            <a:pPr marL="0" indent="0" fontAlgn="base">
              <a:buNone/>
            </a:pPr>
            <a:r>
              <a:rPr lang="en-IN" b="1" dirty="0"/>
              <a:t>Characteristics of Constructors:</a:t>
            </a:r>
          </a:p>
          <a:p>
            <a:pPr marL="0" indent="0" fontAlgn="base">
              <a:buNone/>
            </a:pPr>
            <a:endParaRPr lang="en-US" b="1" dirty="0"/>
          </a:p>
          <a:p>
            <a:pPr fontAlgn="base"/>
            <a:r>
              <a:rPr lang="en-US" b="1" dirty="0"/>
              <a:t>Same Name as the Class</a:t>
            </a:r>
            <a:endParaRPr lang="en-US" dirty="0"/>
          </a:p>
          <a:p>
            <a:pPr fontAlgn="base"/>
            <a:r>
              <a:rPr lang="en-US" b="1" dirty="0"/>
              <a:t>No Return Type</a:t>
            </a:r>
          </a:p>
          <a:p>
            <a:pPr fontAlgn="base"/>
            <a:r>
              <a:rPr lang="en-US" b="1" dirty="0"/>
              <a:t>Automatically Called on Object Creation</a:t>
            </a:r>
            <a:endParaRPr lang="en-US" dirty="0"/>
          </a:p>
          <a:p>
            <a:pPr fontAlgn="base"/>
            <a:r>
              <a:rPr lang="en-US" b="1" dirty="0"/>
              <a:t>Used to Set Initial Values for Object Attributes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17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E65B-BE30-2BAE-B2E5-3ABB329C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80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5F4C8-9547-C780-4380-C8E7EAA28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2133"/>
            <a:ext cx="10515600" cy="519483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Java Program to demonstrate</a:t>
            </a:r>
          </a:p>
          <a:p>
            <a:pPr marL="0" indent="0">
              <a:buNone/>
            </a:pPr>
            <a:r>
              <a:rPr lang="en-IN" dirty="0"/>
              <a:t>// Constructor usage</a:t>
            </a:r>
          </a:p>
          <a:p>
            <a:pPr marL="0" indent="0">
              <a:buNone/>
            </a:pPr>
            <a:r>
              <a:rPr lang="en-IN" dirty="0"/>
              <a:t>import java.io.*;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Driver Class</a:t>
            </a:r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dirty="0"/>
              <a:t>    // Constructor</a:t>
            </a:r>
          </a:p>
          <a:p>
            <a:pPr marL="0" indent="0">
              <a:buNone/>
            </a:pPr>
            <a:r>
              <a:rPr lang="en-IN" dirty="0"/>
              <a:t>    Demo()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System.out.println</a:t>
            </a:r>
            <a:r>
              <a:rPr lang="en-IN" dirty="0"/>
              <a:t>("Constructor Called");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main function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Demo d= new Demo();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021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0A43-9DB8-5886-67B5-938C3706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AFC51-FBA6-C1C3-D532-3967C0BD9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Why Do We Need Constructors in Java</a:t>
            </a:r>
          </a:p>
          <a:p>
            <a:pPr fontAlgn="base"/>
            <a:r>
              <a:rPr lang="en-US" dirty="0"/>
              <a:t>Constructors play a very important role, it ensures that an </a:t>
            </a:r>
            <a:r>
              <a:rPr lang="en-US" b="1" dirty="0"/>
              <a:t>object is properly initialized before use.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What happens when we don't use constructors: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Without constructors:</a:t>
            </a:r>
          </a:p>
          <a:p>
            <a:pPr fontAlgn="base"/>
            <a:r>
              <a:rPr lang="en-US" dirty="0"/>
              <a:t>Objects might have undefined or default values.</a:t>
            </a:r>
          </a:p>
          <a:p>
            <a:pPr fontAlgn="base"/>
            <a:r>
              <a:rPr lang="en-US" dirty="0"/>
              <a:t>Extra initialization methods would be required.</a:t>
            </a:r>
          </a:p>
          <a:p>
            <a:pPr fontAlgn="base"/>
            <a:r>
              <a:rPr lang="en-US" dirty="0"/>
              <a:t>Risk of improper object state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669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93C8-5EB5-9BD7-1675-10B3B58A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Constructors in Java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F04F-8AF8-39E9-6F51-A92A27C71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There are three types of constructors in Java are mentioned below:</a:t>
            </a:r>
          </a:p>
          <a:p>
            <a:pPr fontAlgn="base"/>
            <a:r>
              <a:rPr lang="en-US" dirty="0"/>
              <a:t>Default Constructor</a:t>
            </a:r>
          </a:p>
          <a:p>
            <a:pPr fontAlgn="base"/>
            <a:r>
              <a:rPr lang="en-US" dirty="0"/>
              <a:t>Parameterized Constructor</a:t>
            </a:r>
          </a:p>
          <a:p>
            <a:pPr fontAlgn="base"/>
            <a:r>
              <a:rPr lang="en-US" dirty="0"/>
              <a:t>Copy Constructor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016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244B-34BF-6D8E-A02E-72881580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46E6B-3B2C-BA1D-8A15-43D79370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 constructor that has no parameters is known as default constructor.</a:t>
            </a:r>
          </a:p>
          <a:p>
            <a:r>
              <a:rPr lang="en-IN" sz="2000" dirty="0"/>
              <a:t>default constructor is invisible.</a:t>
            </a:r>
          </a:p>
          <a:p>
            <a:r>
              <a:rPr lang="en-US" sz="2000" dirty="0"/>
              <a:t>if we write a constructor with no arguments, the compiler does not create a default constructor.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1" dirty="0"/>
              <a:t>Implicit Default Constructor: </a:t>
            </a:r>
            <a:r>
              <a:rPr lang="en-US" sz="2000" dirty="0"/>
              <a:t>If no constructor is defined in a class, the Java compiler automatically provides a default constructor.</a:t>
            </a:r>
          </a:p>
          <a:p>
            <a:pPr marL="0" indent="0">
              <a:buNone/>
            </a:pPr>
            <a:r>
              <a:rPr lang="en-US" sz="2000" b="1" dirty="0"/>
              <a:t>Explicit Default Constructor: </a:t>
            </a:r>
            <a:r>
              <a:rPr lang="en-US" sz="2000" dirty="0"/>
              <a:t>If we define a constructor that takes no parameters, it's called an explicit default constructor. This constructor replaces the one the compiler would normally create automatically.</a:t>
            </a:r>
          </a:p>
          <a:p>
            <a:pPr marL="0" indent="0" fontAlgn="base">
              <a:buNone/>
            </a:pPr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sz="2000" dirty="0">
                <a:solidFill>
                  <a:srgbClr val="7030A0"/>
                </a:solidFill>
              </a:rPr>
              <a:t>Default constructor provides the default values to the object like 0, null, false etc. depending on the type.)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40164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82EC-10B7-AF11-84BD-2B1FFE79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Parameterized Constructor in Java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468A-3950-E896-D3F5-84567316C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that has parameters is known as parameterized constructor</a:t>
            </a:r>
          </a:p>
          <a:p>
            <a:r>
              <a:rPr lang="en-US" dirty="0"/>
              <a:t>If we want to initialize fields of the class with our own values, then use a parameterized constructor.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8710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89B8-9052-15B6-DAB1-AF1960ED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898A-48A8-234A-4A4A-39FD8EF4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6" y="1014653"/>
            <a:ext cx="10515600" cy="54178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// Data members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int age;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Parameterized constructor</a:t>
            </a:r>
          </a:p>
          <a:p>
            <a:pPr marL="0" indent="0">
              <a:buNone/>
            </a:pPr>
            <a:r>
              <a:rPr lang="en-IN" dirty="0"/>
              <a:t>    Student(String </a:t>
            </a:r>
            <a:r>
              <a:rPr lang="en-IN" dirty="0" err="1"/>
              <a:t>studentName</a:t>
            </a:r>
            <a:r>
              <a:rPr lang="en-IN" dirty="0"/>
              <a:t>, int </a:t>
            </a:r>
            <a:r>
              <a:rPr lang="en-IN" dirty="0" err="1"/>
              <a:t>studentAge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name = </a:t>
            </a:r>
            <a:r>
              <a:rPr lang="en-IN" dirty="0" err="1"/>
              <a:t>studentName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age = </a:t>
            </a:r>
            <a:r>
              <a:rPr lang="en-IN" dirty="0" err="1"/>
              <a:t>studentAge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Method to display student details</a:t>
            </a:r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("Name: " + name + ", Age: " + age);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Main method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Creating objects using parameterized constructor</a:t>
            </a:r>
          </a:p>
          <a:p>
            <a:pPr marL="0" indent="0">
              <a:buNone/>
            </a:pPr>
            <a:r>
              <a:rPr lang="en-IN" dirty="0"/>
              <a:t>        Student s1 = new Student("Rahul", 20);</a:t>
            </a:r>
          </a:p>
          <a:p>
            <a:pPr marL="0" indent="0">
              <a:buNone/>
            </a:pPr>
            <a:r>
              <a:rPr lang="en-IN" dirty="0"/>
              <a:t>        Student s2 = new Student("Anita", 22);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Display details</a:t>
            </a:r>
          </a:p>
          <a:p>
            <a:pPr marL="0" indent="0">
              <a:buNone/>
            </a:pPr>
            <a:r>
              <a:rPr lang="en-IN" dirty="0"/>
              <a:t>        s1.display();</a:t>
            </a:r>
          </a:p>
          <a:p>
            <a:pPr marL="0" indent="0">
              <a:buNone/>
            </a:pPr>
            <a:r>
              <a:rPr lang="en-IN" dirty="0"/>
              <a:t>        s2.display();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2979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F5DD-9EB8-2D0C-AC9B-69676904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44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Copy Constructor in Java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185CF-7355-7532-63E2-C8A43E70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other constructors </a:t>
            </a:r>
            <a:r>
              <a:rPr lang="en-US" u="sng" dirty="0">
                <a:hlinkClick r:id="rId2"/>
              </a:rPr>
              <a:t>copy constructor</a:t>
            </a:r>
            <a:r>
              <a:rPr lang="en-US" dirty="0"/>
              <a:t> is passed with another object which copies the data available from the passed object to the newly created object.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635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429C-F633-351F-7308-137EFC89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63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7D021-3DD2-62BF-1930-4CD9DD97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62"/>
            <a:ext cx="10515600" cy="534020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// Data members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int age;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Parameterized constructor</a:t>
            </a:r>
          </a:p>
          <a:p>
            <a:pPr marL="0" indent="0">
              <a:buNone/>
            </a:pPr>
            <a:r>
              <a:rPr lang="en-IN" dirty="0"/>
              <a:t>    Student(String </a:t>
            </a:r>
            <a:r>
              <a:rPr lang="en-IN" dirty="0" err="1"/>
              <a:t>studentName</a:t>
            </a:r>
            <a:r>
              <a:rPr lang="en-IN" dirty="0"/>
              <a:t>, int </a:t>
            </a:r>
            <a:r>
              <a:rPr lang="en-IN" dirty="0" err="1"/>
              <a:t>studentAge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name = </a:t>
            </a:r>
            <a:r>
              <a:rPr lang="en-IN" dirty="0" err="1"/>
              <a:t>studentName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age = </a:t>
            </a:r>
            <a:r>
              <a:rPr lang="en-IN" dirty="0" err="1"/>
              <a:t>studentAge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Method to display student details</a:t>
            </a:r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("Name: " + name + ", Age: " + age);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118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429C-F633-351F-7308-137EFC89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1637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7D021-3DD2-62BF-1930-4CD9DD97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62"/>
            <a:ext cx="10515600" cy="53402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// Main method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Creating objects using parameterized constructor</a:t>
            </a:r>
          </a:p>
          <a:p>
            <a:pPr marL="0" indent="0">
              <a:buNone/>
            </a:pPr>
            <a:r>
              <a:rPr lang="en-IN" dirty="0"/>
              <a:t>        Student s1 = new Student("Rahul", 20);</a:t>
            </a:r>
          </a:p>
          <a:p>
            <a:pPr marL="0" indent="0">
              <a:buNone/>
            </a:pPr>
            <a:r>
              <a:rPr lang="en-IN" dirty="0"/>
              <a:t>        Student s2 = new Student("Anita", 22);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Display details</a:t>
            </a:r>
          </a:p>
          <a:p>
            <a:pPr marL="0" indent="0">
              <a:buNone/>
            </a:pPr>
            <a:r>
              <a:rPr lang="en-IN" dirty="0"/>
              <a:t>        s1.display();</a:t>
            </a:r>
          </a:p>
          <a:p>
            <a:pPr marL="0" indent="0">
              <a:buNone/>
            </a:pPr>
            <a:r>
              <a:rPr lang="en-IN" dirty="0"/>
              <a:t>        s2.display();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7682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CFC482-3BE2-3DC3-CBC2-2453A873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781"/>
          </a:xfrm>
        </p:spPr>
        <p:txBody>
          <a:bodyPr>
            <a:normAutofit fontScale="90000"/>
          </a:bodyPr>
          <a:lstStyle/>
          <a:p>
            <a:r>
              <a:rPr lang="en-IN" dirty="0"/>
              <a:t>Copy Constructor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981A23-B29A-8B6C-9269-558A54555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083"/>
            <a:ext cx="10515600" cy="49088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int age;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Parameterized constructor</a:t>
            </a:r>
          </a:p>
          <a:p>
            <a:pPr marL="0" indent="0">
              <a:buNone/>
            </a:pPr>
            <a:r>
              <a:rPr lang="en-IN" dirty="0"/>
              <a:t>    Student(String n, int a) {</a:t>
            </a:r>
          </a:p>
          <a:p>
            <a:pPr marL="0" indent="0">
              <a:buNone/>
            </a:pPr>
            <a:r>
              <a:rPr lang="en-IN" dirty="0"/>
              <a:t>        name = n;</a:t>
            </a:r>
          </a:p>
          <a:p>
            <a:pPr marL="0" indent="0">
              <a:buNone/>
            </a:pPr>
            <a:r>
              <a:rPr lang="en-IN" dirty="0"/>
              <a:t>        age = a;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Copy constructor</a:t>
            </a:r>
          </a:p>
          <a:p>
            <a:pPr marL="0" indent="0">
              <a:buNone/>
            </a:pPr>
            <a:r>
              <a:rPr lang="en-IN" dirty="0"/>
              <a:t>    Student(Student s) {</a:t>
            </a:r>
          </a:p>
          <a:p>
            <a:pPr marL="0" indent="0">
              <a:buNone/>
            </a:pPr>
            <a:r>
              <a:rPr lang="en-IN" dirty="0"/>
              <a:t>        name = s.name;</a:t>
            </a:r>
          </a:p>
          <a:p>
            <a:pPr marL="0" indent="0">
              <a:buNone/>
            </a:pPr>
            <a:r>
              <a:rPr lang="en-IN" dirty="0"/>
              <a:t>        age = </a:t>
            </a:r>
            <a:r>
              <a:rPr lang="en-IN" dirty="0" err="1"/>
              <a:t>s.age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8854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CFC482-3BE2-3DC3-CBC2-2453A873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02626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981A23-B29A-8B6C-9269-558A54555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555"/>
            <a:ext cx="10515600" cy="50814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("Name: " + name + ", Age: " + age);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Student s1 = new Student("Rahul", 20);   // normal object creation</a:t>
            </a:r>
          </a:p>
          <a:p>
            <a:pPr marL="0" indent="0">
              <a:buNone/>
            </a:pPr>
            <a:r>
              <a:rPr lang="en-IN" dirty="0"/>
              <a:t>        Student s2 = new Student(s1);            // copy constructor used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s1.display();</a:t>
            </a:r>
          </a:p>
          <a:p>
            <a:pPr marL="0" indent="0">
              <a:buNone/>
            </a:pPr>
            <a:r>
              <a:rPr lang="en-IN" dirty="0"/>
              <a:t>        s2.display();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1132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CE10-3004-3541-4CB5-C47E62FB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981"/>
          </a:xfrm>
        </p:spPr>
        <p:txBody>
          <a:bodyPr/>
          <a:lstStyle/>
          <a:p>
            <a:r>
              <a:rPr lang="en-IN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DA238-FA01-1D75-2093-B3E46CEC7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117"/>
            <a:ext cx="10515600" cy="4701846"/>
          </a:xfrm>
        </p:spPr>
        <p:txBody>
          <a:bodyPr/>
          <a:lstStyle/>
          <a:p>
            <a:r>
              <a:rPr lang="en-US" dirty="0"/>
              <a:t>Java Inheritance is a fundamental concept in OOP(Object-Oriented Programming).</a:t>
            </a:r>
          </a:p>
          <a:p>
            <a:r>
              <a:rPr lang="en-US" dirty="0"/>
              <a:t>It is the mechanism in Java by which one class is allowed to inherit the features(fields and methods) of another class.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897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0540-51FF-D2BB-44B0-668F82CA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9325-4A98-FA64-062D-816F24FC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343" y="1169926"/>
            <a:ext cx="10515600" cy="53229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eat()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animal eats food.");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Child class (inherits Animal)</a:t>
            </a:r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bark()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dog barks.");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6143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0540-51FF-D2BB-44B0-668F82CA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9325-4A98-FA64-062D-816F24FC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015"/>
            <a:ext cx="10515600" cy="53229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Create object of Dog class</a:t>
            </a:r>
          </a:p>
          <a:p>
            <a:pPr marL="0" indent="0">
              <a:buNone/>
            </a:pPr>
            <a:r>
              <a:rPr lang="en-IN" dirty="0"/>
              <a:t>        Dog d = new Dog();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Dog can use both its own method and inherited method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d.eat</a:t>
            </a:r>
            <a:r>
              <a:rPr lang="en-IN" dirty="0"/>
              <a:t>();   // from Animal class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d.bark</a:t>
            </a:r>
            <a:r>
              <a:rPr lang="en-IN" dirty="0"/>
              <a:t>();  // from Dog class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58342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9325-4A98-FA64-062D-816F24FC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820"/>
            <a:ext cx="10515600" cy="499514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Code Reusability</a:t>
            </a:r>
          </a:p>
          <a:p>
            <a:r>
              <a:rPr lang="en-IN" dirty="0"/>
              <a:t>Method Overriding</a:t>
            </a:r>
          </a:p>
          <a:p>
            <a:r>
              <a:rPr lang="en-IN" dirty="0"/>
              <a:t>Abstraction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Key Terminologies Used in Java Inheritance</a:t>
            </a:r>
          </a:p>
          <a:p>
            <a:r>
              <a:rPr lang="en-IN" dirty="0"/>
              <a:t>Class</a:t>
            </a:r>
          </a:p>
          <a:p>
            <a:r>
              <a:rPr lang="en-IN" dirty="0"/>
              <a:t>Super Class/Parent Class</a:t>
            </a:r>
          </a:p>
          <a:p>
            <a:r>
              <a:rPr lang="en-IN" dirty="0"/>
              <a:t>Sub Class/Child Class</a:t>
            </a:r>
          </a:p>
          <a:p>
            <a:r>
              <a:rPr lang="en-IN" dirty="0"/>
              <a:t>Extends Keyword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</a:rPr>
              <a:t>(The extends keyword establishes an</a:t>
            </a:r>
            <a:r>
              <a:rPr lang="en-US" b="1" i="1" dirty="0">
                <a:solidFill>
                  <a:srgbClr val="C00000"/>
                </a:solidFill>
              </a:rPr>
              <a:t> "is-a" relationship</a:t>
            </a:r>
            <a:r>
              <a:rPr lang="en-US" i="1" dirty="0">
                <a:solidFill>
                  <a:srgbClr val="C00000"/>
                </a:solidFill>
              </a:rPr>
              <a:t> between the child class and the parent class. This allows a child class to have all the behavior of the parent class.)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635FE9-D28D-3012-A76E-28C71AB6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Inheritance in Java?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575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AF14-8EDD-49BD-5FBB-000BD94C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Inheritance in Java</a:t>
            </a:r>
            <a:br>
              <a:rPr lang="en-US" b="1" dirty="0"/>
            </a:br>
            <a:endParaRPr lang="en-IN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2FAEBE4E-A023-3860-F93D-D08099926D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306" y="1552755"/>
            <a:ext cx="8307237" cy="4822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26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13CC-9C81-9670-A7BA-8B75446B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Single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FA02D-5D39-C51F-ACC7-06E220DB04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Person {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displayInfo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 am a person.");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Child class (inherits from Person)</a:t>
            </a:r>
          </a:p>
          <a:p>
            <a:pPr marL="0" indent="0">
              <a:buNone/>
            </a:pPr>
            <a:r>
              <a:rPr lang="en-IN" dirty="0"/>
              <a:t>class Student extends Person {</a:t>
            </a:r>
          </a:p>
          <a:p>
            <a:pPr marL="0" indent="0">
              <a:buNone/>
            </a:pPr>
            <a:r>
              <a:rPr lang="en-IN" dirty="0"/>
              <a:t>    void </a:t>
            </a:r>
            <a:r>
              <a:rPr lang="en-IN" dirty="0" err="1"/>
              <a:t>displayStudent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 am a student.");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4736D-C810-9FCD-4100-A3D404EFDC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Create object of Student</a:t>
            </a:r>
          </a:p>
          <a:p>
            <a:pPr marL="0" indent="0">
              <a:buNone/>
            </a:pPr>
            <a:r>
              <a:rPr lang="en-IN" dirty="0"/>
              <a:t>        Student s = new Student();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Child class can access both parent and its own methods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s.displayInfo</a:t>
            </a:r>
            <a:r>
              <a:rPr lang="en-IN" dirty="0"/>
              <a:t>();     // from Person class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s.displayStudent</a:t>
            </a:r>
            <a:r>
              <a:rPr lang="en-IN" dirty="0"/>
              <a:t>();  // from Student class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2885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190A-43AA-1263-DB2C-AB56BCBD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143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Multilevel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5667B-68E6-A494-35D5-45D31D455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728" y="810883"/>
            <a:ext cx="10515600" cy="542646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Parent class</a:t>
            </a:r>
          </a:p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eat()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animal eats food.");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Child class of Animal</a:t>
            </a:r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bark()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dog barks.");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Child class of Dog (Grandchild of Animal)</a:t>
            </a:r>
          </a:p>
          <a:p>
            <a:pPr marL="0" indent="0">
              <a:buNone/>
            </a:pPr>
            <a:r>
              <a:rPr lang="en-IN" dirty="0"/>
              <a:t>class Puppy extends Dog {</a:t>
            </a:r>
          </a:p>
          <a:p>
            <a:pPr marL="0" indent="0">
              <a:buNone/>
            </a:pPr>
            <a:r>
              <a:rPr lang="en-IN" dirty="0"/>
              <a:t>    void weep()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puppy is weeping.");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767057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190A-43AA-1263-DB2C-AB56BCBD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355"/>
            <a:ext cx="10515600" cy="506143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5667B-68E6-A494-35D5-45D31D455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0498"/>
            <a:ext cx="10515600" cy="54264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Create object of Puppy class</a:t>
            </a:r>
          </a:p>
          <a:p>
            <a:pPr marL="0" indent="0">
              <a:buNone/>
            </a:pPr>
            <a:r>
              <a:rPr lang="en-IN" dirty="0"/>
              <a:t>        Puppy p = new Puppy();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Puppy can access methods from all levels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p.eat</a:t>
            </a:r>
            <a:r>
              <a:rPr lang="en-IN" dirty="0"/>
              <a:t>();   // from Animal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p.bark</a:t>
            </a:r>
            <a:r>
              <a:rPr lang="en-IN" dirty="0"/>
              <a:t>();  // from Dog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p.weep</a:t>
            </a:r>
            <a:r>
              <a:rPr lang="en-IN" dirty="0"/>
              <a:t>();  // from Puppy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4245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AF9A-EF27-BE3D-69A9-B2EDDD7F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418"/>
          </a:xfrm>
        </p:spPr>
        <p:txBody>
          <a:bodyPr>
            <a:normAutofit/>
          </a:bodyPr>
          <a:lstStyle/>
          <a:p>
            <a:r>
              <a:rPr lang="en-IN" sz="3600" b="1" dirty="0"/>
              <a:t>Hierarchical Inheritance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5033-4101-3A57-6E5C-96BDE04D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544"/>
            <a:ext cx="10515600" cy="51504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// Parent class</a:t>
            </a:r>
          </a:p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eat()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animal eats food.");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First child class</a:t>
            </a:r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bark()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dog barks.");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Second child class</a:t>
            </a:r>
          </a:p>
          <a:p>
            <a:pPr marL="0" indent="0">
              <a:buNone/>
            </a:pPr>
            <a:r>
              <a:rPr lang="en-IN" dirty="0"/>
              <a:t>class Cat extends Animal {</a:t>
            </a:r>
          </a:p>
          <a:p>
            <a:pPr marL="0" indent="0">
              <a:buNone/>
            </a:pPr>
            <a:r>
              <a:rPr lang="en-IN" dirty="0"/>
              <a:t>    void meow() {</a:t>
            </a:r>
          </a:p>
        </p:txBody>
      </p:sp>
    </p:spTree>
    <p:extLst>
      <p:ext uri="{BB962C8B-B14F-4D97-AF65-F5344CB8AC3E}">
        <p14:creationId xmlns:p14="http://schemas.microsoft.com/office/powerpoint/2010/main" val="1319915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AF9A-EF27-BE3D-69A9-B2EDDD7F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1418"/>
          </a:xfrm>
        </p:spPr>
        <p:txBody>
          <a:bodyPr>
            <a:normAutofit/>
          </a:bodyPr>
          <a:lstStyle/>
          <a:p>
            <a:r>
              <a:rPr lang="en-IN" sz="3600" b="1" dirty="0"/>
              <a:t>.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5033-4101-3A57-6E5C-96BDE04D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544"/>
            <a:ext cx="10515600" cy="51504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cat meows.");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Dog object</a:t>
            </a:r>
          </a:p>
          <a:p>
            <a:pPr marL="0" indent="0">
              <a:buNone/>
            </a:pPr>
            <a:r>
              <a:rPr lang="en-IN" dirty="0"/>
              <a:t>        Dog d = new Dog();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d.eat</a:t>
            </a:r>
            <a:r>
              <a:rPr lang="en-IN" dirty="0"/>
              <a:t>();   // inherited from Animal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d.bark</a:t>
            </a:r>
            <a:r>
              <a:rPr lang="en-IN" dirty="0"/>
              <a:t>();  // own method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Cat object</a:t>
            </a:r>
          </a:p>
          <a:p>
            <a:pPr marL="0" indent="0">
              <a:buNone/>
            </a:pPr>
            <a:r>
              <a:rPr lang="en-IN" dirty="0"/>
              <a:t>        Cat c = new Cat();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c.eat</a:t>
            </a:r>
            <a:r>
              <a:rPr lang="en-IN" dirty="0"/>
              <a:t>();   // inherited from Animal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c.meow</a:t>
            </a:r>
            <a:r>
              <a:rPr lang="en-IN" dirty="0"/>
              <a:t>();  // own method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05349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8A06-3777-324A-2CB4-AE00E9B9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Hybrid Inheritance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6165F-15CA-CD85-1103-5E3B54A76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975" y="2096294"/>
            <a:ext cx="64960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62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CBD2-6D0B-9559-A4E7-B6A76556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6F36-CEBA-A00B-E9A7-560C44D15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super keyword in Java is a reference variable that is used to refer to the parent class when we are working with objects.</a:t>
            </a:r>
          </a:p>
          <a:p>
            <a:pPr marL="0" indent="0">
              <a:buNone/>
            </a:pPr>
            <a:r>
              <a:rPr lang="en-US" b="1" dirty="0"/>
              <a:t>Characteristics of Super Keyword in Java</a:t>
            </a:r>
          </a:p>
          <a:p>
            <a:r>
              <a:rPr lang="en-US" sz="2200" dirty="0"/>
              <a:t>Calling the Parent Class Constructor</a:t>
            </a:r>
          </a:p>
          <a:p>
            <a:r>
              <a:rPr lang="en-IN" sz="2200" dirty="0"/>
              <a:t>Accessing Parent Class Methods</a:t>
            </a:r>
          </a:p>
          <a:p>
            <a:r>
              <a:rPr lang="en-IN" sz="2200" dirty="0"/>
              <a:t>Accessing Parent Class Fields</a:t>
            </a:r>
          </a:p>
          <a:p>
            <a:r>
              <a:rPr lang="en-US" sz="2200" dirty="0"/>
              <a:t>First Statement in a Constructor</a:t>
            </a:r>
          </a:p>
          <a:p>
            <a:r>
              <a:rPr lang="en-US" sz="2200" dirty="0"/>
              <a:t>Cannot be used in Static Context</a:t>
            </a:r>
          </a:p>
          <a:p>
            <a:r>
              <a:rPr lang="en-IN" sz="2200" b="1" dirty="0"/>
              <a:t>Not Always Required </a:t>
            </a:r>
            <a:r>
              <a:rPr lang="en-US" sz="2000" dirty="0"/>
              <a:t>We know that the super keyword is used to call the methods from the parent class. If a method is not overridden in the subclass, then calling it without the super keyword will invoke the parent class's implementation.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6422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084A-C0FC-578A-E98C-0C6D315B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6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of super with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D7C4-07B3-B69B-3126-F94DBBCE0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049"/>
            <a:ext cx="10515600" cy="511591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This scenario occurs when a derived class and base class have the same data members. In that case, there is a possibility of ambiguity for the </a:t>
            </a:r>
            <a:r>
              <a:rPr lang="en-US" u="sng" dirty="0">
                <a:hlinkClick r:id="rId3"/>
              </a:rPr>
              <a:t>JVM</a:t>
            </a:r>
            <a:endParaRPr lang="en-US" u="sng" dirty="0"/>
          </a:p>
          <a:p>
            <a:pPr marL="0" indent="0">
              <a:buNone/>
            </a:pPr>
            <a:r>
              <a:rPr lang="en-IN" dirty="0"/>
              <a:t>class Vehicle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maxSpeed</a:t>
            </a:r>
            <a:r>
              <a:rPr lang="en-IN" dirty="0"/>
              <a:t> = 120;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sub class Car extending vehicle</a:t>
            </a:r>
          </a:p>
          <a:p>
            <a:pPr marL="0" indent="0">
              <a:buNone/>
            </a:pPr>
            <a:r>
              <a:rPr lang="en-IN" dirty="0"/>
              <a:t>class Car extends Vehicle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maxSpeed</a:t>
            </a:r>
            <a:r>
              <a:rPr lang="en-IN" dirty="0"/>
              <a:t> = 180;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// print </a:t>
            </a:r>
            <a:r>
              <a:rPr lang="en-IN" dirty="0" err="1"/>
              <a:t>maxSpeed</a:t>
            </a:r>
            <a:r>
              <a:rPr lang="en-IN" dirty="0"/>
              <a:t> from the vehicle class </a:t>
            </a:r>
          </a:p>
          <a:p>
            <a:pPr marL="0" indent="0">
              <a:buNone/>
            </a:pPr>
            <a:r>
              <a:rPr lang="en-IN" dirty="0"/>
              <a:t>        // using super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System.out.println</a:t>
            </a:r>
            <a:r>
              <a:rPr lang="en-IN" dirty="0"/>
              <a:t>("Maximum Speed: "</a:t>
            </a:r>
          </a:p>
          <a:p>
            <a:pPr marL="0" indent="0">
              <a:buNone/>
            </a:pPr>
            <a:r>
              <a:rPr lang="en-IN" dirty="0"/>
              <a:t>                           + </a:t>
            </a:r>
            <a:r>
              <a:rPr lang="en-IN" dirty="0" err="1"/>
              <a:t>super.maxSpeed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1823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084A-C0FC-578A-E98C-0C6D315B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96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of super with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D7C4-07B3-B69B-3126-F94DBBCE0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049"/>
            <a:ext cx="10515600" cy="5115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Driver Program</a:t>
            </a:r>
          </a:p>
          <a:p>
            <a:pPr marL="0" indent="0">
              <a:buNone/>
            </a:pPr>
            <a:r>
              <a:rPr lang="en-IN" dirty="0"/>
              <a:t>class Test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Car small = new Car();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small.display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3295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4E9D-C919-24FC-9B56-4678BFDC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Use of super with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5A29-F5BA-8005-E3C9-D8ED2290A1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Whenever a parent and child class have the same-named methods then to resolve ambiguity we use the super keyword.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class Person {</a:t>
            </a:r>
          </a:p>
          <a:p>
            <a:pPr marL="0" indent="0">
              <a:buNone/>
            </a:pPr>
            <a:r>
              <a:rPr lang="en-IN" dirty="0"/>
              <a:t>    void message()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is person class\n");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27D3F-3F95-C45F-F52A-B1F692E40C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// Subclass Student</a:t>
            </a:r>
          </a:p>
          <a:p>
            <a:pPr marL="0" indent="0">
              <a:buNone/>
            </a:pPr>
            <a:r>
              <a:rPr lang="en-IN" dirty="0"/>
              <a:t>class Student extends Person {</a:t>
            </a:r>
          </a:p>
          <a:p>
            <a:pPr marL="0" indent="0">
              <a:buNone/>
            </a:pPr>
            <a:r>
              <a:rPr lang="en-IN" dirty="0"/>
              <a:t>    void message()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is student class");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// Note that display() is</a:t>
            </a:r>
          </a:p>
          <a:p>
            <a:pPr marL="0" indent="0">
              <a:buNone/>
            </a:pPr>
            <a:r>
              <a:rPr lang="en-IN" dirty="0"/>
              <a:t>    // only in Student class</a:t>
            </a:r>
          </a:p>
          <a:p>
            <a:pPr marL="0" indent="0">
              <a:buNone/>
            </a:pPr>
            <a:r>
              <a:rPr lang="en-IN" dirty="0"/>
              <a:t>    void display()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</p:txBody>
      </p:sp>
    </p:spTree>
    <p:extLst>
      <p:ext uri="{BB962C8B-B14F-4D97-AF65-F5344CB8AC3E}">
        <p14:creationId xmlns:p14="http://schemas.microsoft.com/office/powerpoint/2010/main" val="1751187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34E9D-C919-24FC-9B56-4678BFDC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5A29-F5BA-8005-E3C9-D8ED2290A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2933"/>
            <a:ext cx="5181600" cy="51440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       // will invoke or call current</a:t>
            </a:r>
          </a:p>
          <a:p>
            <a:pPr marL="0" indent="0">
              <a:buNone/>
            </a:pPr>
            <a:r>
              <a:rPr lang="en-IN" dirty="0"/>
              <a:t>        // class message() method</a:t>
            </a:r>
          </a:p>
          <a:p>
            <a:pPr marL="0" indent="0">
              <a:buNone/>
            </a:pPr>
            <a:r>
              <a:rPr lang="en-IN" dirty="0"/>
              <a:t>        message();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will invoke or call parent</a:t>
            </a:r>
          </a:p>
          <a:p>
            <a:pPr marL="0" indent="0">
              <a:buNone/>
            </a:pPr>
            <a:r>
              <a:rPr lang="en-IN" dirty="0"/>
              <a:t>        // class message() method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super.message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E1646-D368-ECF2-5D74-834D9601B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2933"/>
            <a:ext cx="5181600" cy="51440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// Driver Program</a:t>
            </a:r>
          </a:p>
          <a:p>
            <a:pPr marL="0" indent="0">
              <a:buNone/>
            </a:pPr>
            <a:r>
              <a:rPr lang="en-IN" dirty="0"/>
              <a:t>class Test {</a:t>
            </a:r>
          </a:p>
          <a:p>
            <a:pPr marL="0" indent="0">
              <a:buNone/>
            </a:pPr>
            <a:r>
              <a:rPr lang="en-IN" dirty="0"/>
              <a:t>    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Student s = new Student();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calling display() of Student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s.display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6449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43EB-D31B-FF12-7F9E-4A7E3D45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Use of super with Constructors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96B9-AB6A-087E-01F4-08D8E51DB9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The super 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keyword</a:t>
            </a:r>
            <a:r>
              <a:rPr lang="en-US" u="sng" dirty="0">
                <a:solidFill>
                  <a:srgbClr val="0563C1"/>
                </a:solidFill>
              </a:rPr>
              <a:t> </a:t>
            </a:r>
            <a:r>
              <a:rPr lang="en-US" dirty="0"/>
              <a:t>can also be used to access the parent class constructor.</a:t>
            </a:r>
          </a:p>
          <a:p>
            <a:pPr marL="0" indent="0" fontAlgn="base">
              <a:buNone/>
            </a:pPr>
            <a:r>
              <a:rPr lang="en-US" dirty="0"/>
              <a:t>One more important thing is that ‘super’ can call both parametric as well as non-parametric constructors depending on the situation.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superclass Person</a:t>
            </a:r>
          </a:p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    Person()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("Person class Constructor");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47844-695D-6DCD-88E4-5C09D351BD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//subclass Student extending the Person class</a:t>
            </a:r>
          </a:p>
          <a:p>
            <a:pPr marL="0" indent="0">
              <a:buNone/>
            </a:pPr>
            <a:r>
              <a:rPr lang="en-US" dirty="0"/>
              <a:t>class Student extends Person {</a:t>
            </a:r>
          </a:p>
          <a:p>
            <a:pPr marL="0" indent="0">
              <a:buNone/>
            </a:pPr>
            <a:r>
              <a:rPr lang="en-US" dirty="0"/>
              <a:t>    Student()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// invoke or call parent class constructor</a:t>
            </a:r>
          </a:p>
          <a:p>
            <a:pPr marL="0" indent="0">
              <a:buNone/>
            </a:pPr>
            <a:r>
              <a:rPr lang="en-US" dirty="0"/>
              <a:t>        super();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class Constructor");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99699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43EB-D31B-FF12-7F9E-4A7E3D45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9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96B9-AB6A-087E-01F4-08D8E51DB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0664"/>
            <a:ext cx="10515600" cy="51762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        // invoke or call parent class constructor</a:t>
            </a:r>
          </a:p>
          <a:p>
            <a:pPr marL="0" indent="0">
              <a:buNone/>
            </a:pPr>
            <a:r>
              <a:rPr lang="en-US" dirty="0"/>
              <a:t>        super();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class Constructor");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Driver Program</a:t>
            </a:r>
          </a:p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Student s = new Student();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021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FE43-7DC0-4F38-600E-6EC336FD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Member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DE1D2-8B07-0876-9E71-0E50679FE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962"/>
            <a:ext cx="10515600" cy="4883001"/>
          </a:xfrm>
        </p:spPr>
        <p:txBody>
          <a:bodyPr/>
          <a:lstStyle/>
          <a:p>
            <a:r>
              <a:rPr lang="en-US" dirty="0"/>
              <a:t>it means </a:t>
            </a:r>
            <a:r>
              <a:rPr lang="en-US" b="1" dirty="0"/>
              <a:t>“cannot be changed”</a:t>
            </a:r>
            <a:r>
              <a:rPr lang="en-US" dirty="0"/>
              <a:t> or </a:t>
            </a:r>
            <a:r>
              <a:rPr lang="en-US" b="1" dirty="0"/>
              <a:t>“cannot be overridden/modified”</a:t>
            </a:r>
            <a:r>
              <a:rPr lang="en-US" dirty="0"/>
              <a:t>, depending on where it’s used.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Uses of final Keyword</a:t>
            </a:r>
          </a:p>
          <a:p>
            <a:pPr marL="0" indent="0">
              <a:buNone/>
            </a:pPr>
            <a:r>
              <a:rPr lang="en-US" dirty="0"/>
              <a:t>The final keyword can be applied to:</a:t>
            </a:r>
          </a:p>
          <a:p>
            <a:r>
              <a:rPr lang="en-US" b="1" dirty="0"/>
              <a:t>Variables</a:t>
            </a:r>
            <a:endParaRPr lang="en-US" dirty="0"/>
          </a:p>
          <a:p>
            <a:r>
              <a:rPr lang="en-US" b="1" dirty="0"/>
              <a:t>Methods</a:t>
            </a:r>
            <a:endParaRPr lang="en-US" dirty="0"/>
          </a:p>
          <a:p>
            <a:r>
              <a:rPr lang="en-US" b="1" dirty="0"/>
              <a:t>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7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EBE0-327F-7742-E1BC-8BE366F4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21" y="370935"/>
            <a:ext cx="10515600" cy="974785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Final Variable → Value cannot be changed</a:t>
            </a:r>
            <a:br>
              <a:rPr lang="en-US" sz="2000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E00B-ABE2-7612-3192-9E8AB73D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21" y="1069675"/>
            <a:ext cx="10998679" cy="51072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final int x = 10;</a:t>
            </a:r>
          </a:p>
          <a:p>
            <a:pPr marL="0" indent="0">
              <a:buNone/>
            </a:pPr>
            <a:r>
              <a:rPr lang="en-IN" dirty="0"/>
              <a:t>x = 20; (error)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4500" b="1" dirty="0"/>
              <a:t>Final Method</a:t>
            </a:r>
            <a:r>
              <a:rPr lang="en-US" sz="4500" dirty="0"/>
              <a:t> → </a:t>
            </a:r>
            <a:r>
              <a:rPr lang="en-US" sz="4500" b="1" dirty="0"/>
              <a:t>Cannot be overridden</a:t>
            </a:r>
            <a:r>
              <a:rPr lang="en-US" sz="4500" dirty="0"/>
              <a:t> by a subclass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final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makes a sound");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      (Error)</a:t>
            </a:r>
          </a:p>
          <a:p>
            <a:pPr marL="0" indent="0">
              <a:buNone/>
            </a:pPr>
            <a:r>
              <a:rPr lang="en-IN" dirty="0"/>
              <a:t>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28386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5F75-5E77-A0CA-E181-EA93A9D3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Class</a:t>
            </a:r>
            <a:r>
              <a:rPr lang="en-US" dirty="0"/>
              <a:t> → </a:t>
            </a:r>
            <a:r>
              <a:rPr lang="en-US" b="1" dirty="0"/>
              <a:t>Cannot be inherited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8255C-E1D1-FCDD-1D10-C40FE93D5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final class Vehicle {</a:t>
            </a:r>
          </a:p>
          <a:p>
            <a:pPr marL="0" indent="0">
              <a:buNone/>
            </a:pPr>
            <a:r>
              <a:rPr lang="en-IN" dirty="0"/>
              <a:t>    void run()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("Vehicle is running");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Error: cannot subclass final class</a:t>
            </a:r>
          </a:p>
          <a:p>
            <a:pPr marL="0" indent="0">
              <a:buNone/>
            </a:pPr>
            <a:r>
              <a:rPr lang="en-IN" dirty="0"/>
              <a:t>class Car extends Vehicle {</a:t>
            </a:r>
          </a:p>
          <a:p>
            <a:pPr marL="0" indent="0">
              <a:buNone/>
            </a:pPr>
            <a:r>
              <a:rPr lang="en-IN" dirty="0"/>
              <a:t>    void run()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("Car is running");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173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94F7-17C4-136A-AD32-15554996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Final Methods Cannot Be Overridden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8D7D-6DEC-564B-27D0-9F36F8FF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883"/>
            <a:ext cx="10515600" cy="5366080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b="1" dirty="0"/>
              <a:t>Parent</a:t>
            </a:r>
            <a:r>
              <a:rPr lang="en-US" dirty="0"/>
              <a:t>{</a:t>
            </a:r>
          </a:p>
          <a:p>
            <a:pPr fontAlgn="base"/>
            <a:r>
              <a:rPr lang="en-US" dirty="0"/>
              <a:t>    </a:t>
            </a:r>
          </a:p>
          <a:p>
            <a:pPr fontAlgn="base"/>
            <a:r>
              <a:rPr lang="en-US" dirty="0"/>
              <a:t>    </a:t>
            </a:r>
            <a:r>
              <a:rPr lang="en-US" i="1" dirty="0"/>
              <a:t>// Can't be overridden</a:t>
            </a:r>
            <a:endParaRPr lang="en-US" dirty="0"/>
          </a:p>
          <a:p>
            <a:pPr fontAlgn="base"/>
            <a:r>
              <a:rPr lang="en-US" dirty="0"/>
              <a:t>    </a:t>
            </a:r>
            <a:r>
              <a:rPr lang="en-US" b="1" dirty="0"/>
              <a:t>final</a:t>
            </a:r>
            <a:r>
              <a:rPr lang="en-US" dirty="0"/>
              <a:t> void show(){</a:t>
            </a:r>
          </a:p>
          <a:p>
            <a:pPr fontAlgn="base"/>
            <a:r>
              <a:rPr lang="en-US" dirty="0"/>
              <a:t>        </a:t>
            </a:r>
          </a:p>
          <a:p>
            <a:pPr fontAlgn="base"/>
            <a:r>
              <a:rPr lang="en-US" dirty="0"/>
              <a:t>    }</a:t>
            </a:r>
          </a:p>
          <a:p>
            <a:pPr fontAlgn="base"/>
            <a:r>
              <a:rPr lang="en-US" dirty="0"/>
              <a:t>}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b="1" dirty="0"/>
              <a:t>Child</a:t>
            </a:r>
            <a:r>
              <a:rPr lang="en-US" dirty="0"/>
              <a:t> </a:t>
            </a:r>
            <a:r>
              <a:rPr lang="en-US" b="1" dirty="0"/>
              <a:t>extends</a:t>
            </a:r>
            <a:r>
              <a:rPr lang="en-US" dirty="0"/>
              <a:t> Parent{</a:t>
            </a:r>
          </a:p>
          <a:p>
            <a:pPr fontAlgn="base"/>
            <a:r>
              <a:rPr lang="en-US" dirty="0"/>
              <a:t>    </a:t>
            </a:r>
          </a:p>
          <a:p>
            <a:pPr fontAlgn="base"/>
            <a:r>
              <a:rPr lang="en-US" dirty="0"/>
              <a:t>    </a:t>
            </a:r>
            <a:r>
              <a:rPr lang="en-US" i="1" dirty="0"/>
              <a:t>// This would produce error</a:t>
            </a:r>
            <a:endParaRPr lang="en-US" dirty="0"/>
          </a:p>
          <a:p>
            <a:pPr fontAlgn="base"/>
            <a:r>
              <a:rPr lang="en-US" dirty="0"/>
              <a:t>    void show() {}</a:t>
            </a:r>
          </a:p>
          <a:p>
            <a:pPr fontAlgn="base"/>
            <a:r>
              <a:rPr lang="en-US" dirty="0"/>
              <a:t>}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261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99FC-2EEA-F3BE-2D77-942FFA1A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9D40-4503-8DB9-45AD-3D6AFFDDE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864"/>
            <a:ext cx="10515600" cy="47190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static keyword in Java means that </a:t>
            </a:r>
            <a:r>
              <a:rPr lang="en-US" b="1" dirty="0"/>
              <a:t>the member belongs to the class</a:t>
            </a:r>
            <a:r>
              <a:rPr lang="en-US" dirty="0"/>
              <a:t>, not to any specific object.</a:t>
            </a:r>
            <a:br>
              <a:rPr lang="en-US" dirty="0"/>
            </a:br>
            <a:r>
              <a:rPr lang="en-US" dirty="0"/>
              <a:t>This means:</a:t>
            </a:r>
          </a:p>
          <a:p>
            <a:r>
              <a:rPr lang="en-US" dirty="0"/>
              <a:t>You </a:t>
            </a:r>
            <a:r>
              <a:rPr lang="en-US" b="1" dirty="0"/>
              <a:t>don’t need to create an object</a:t>
            </a:r>
            <a:r>
              <a:rPr lang="en-US" dirty="0"/>
              <a:t> to access it.</a:t>
            </a:r>
          </a:p>
          <a:p>
            <a:r>
              <a:rPr lang="en-US" dirty="0"/>
              <a:t>All objects of that class </a:t>
            </a:r>
            <a:r>
              <a:rPr lang="en-US" b="1" dirty="0"/>
              <a:t>share the same static member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Use of Static keyword</a:t>
            </a:r>
          </a:p>
          <a:p>
            <a:r>
              <a:rPr lang="en-US" dirty="0"/>
              <a:t>Variables (static variables)</a:t>
            </a:r>
          </a:p>
          <a:p>
            <a:r>
              <a:rPr lang="en-US" dirty="0"/>
              <a:t>Methods (static methods)</a:t>
            </a:r>
          </a:p>
          <a:p>
            <a:r>
              <a:rPr lang="en-US" dirty="0"/>
              <a:t>Blocks (static blocks)</a:t>
            </a:r>
          </a:p>
          <a:p>
            <a:r>
              <a:rPr lang="en-US" dirty="0"/>
              <a:t>Nested classes (static nested classes)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93204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8C376-8708-641E-D20D-3545D201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Static Variable (Class Variable)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0A7C4-F6D0-F2D6-4362-859804E6F5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rollNo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r>
              <a:rPr lang="en-IN" dirty="0"/>
              <a:t>    static String college = "ABC College"; // static variable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Student(int r, String n)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rollNo</a:t>
            </a:r>
            <a:r>
              <a:rPr lang="en-IN" dirty="0"/>
              <a:t> = r;</a:t>
            </a:r>
          </a:p>
          <a:p>
            <a:pPr marL="0" indent="0">
              <a:buNone/>
            </a:pPr>
            <a:r>
              <a:rPr lang="en-IN" dirty="0"/>
              <a:t>        name = n;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rollNo</a:t>
            </a:r>
            <a:r>
              <a:rPr lang="en-IN" dirty="0"/>
              <a:t> + " " + name + " " + college);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1EAE-CF69-8C92-AA31-8CCBF2CD83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public class Test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Student s1 = new Student(1, "Riya");</a:t>
            </a:r>
          </a:p>
          <a:p>
            <a:pPr marL="0" indent="0">
              <a:buNone/>
            </a:pPr>
            <a:r>
              <a:rPr lang="en-IN" dirty="0"/>
              <a:t>        Student s2 = new Student(2, "Aman");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s1.display();</a:t>
            </a:r>
          </a:p>
          <a:p>
            <a:pPr marL="0" indent="0">
              <a:buNone/>
            </a:pPr>
            <a:r>
              <a:rPr lang="en-IN" dirty="0"/>
              <a:t>        s2.display();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2594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BA35-939A-C4BE-61A2-264EDEC9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357A-8BA1-7220-12AF-B450BA1C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15"/>
            <a:ext cx="10515600" cy="486574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class Demo {</a:t>
            </a:r>
          </a:p>
          <a:p>
            <a:r>
              <a:rPr lang="en-IN" dirty="0"/>
              <a:t>    static void </a:t>
            </a:r>
            <a:r>
              <a:rPr lang="en-IN" dirty="0" err="1"/>
              <a:t>showMessage</a:t>
            </a:r>
            <a:r>
              <a:rPr lang="en-IN" dirty="0"/>
              <a:t>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("Hello from static method!");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void display()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is a non-static method");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Test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Demo.showMessage</a:t>
            </a:r>
            <a:r>
              <a:rPr lang="en-IN" dirty="0"/>
              <a:t>();  // No object needed</a:t>
            </a:r>
          </a:p>
          <a:p>
            <a:r>
              <a:rPr lang="en-IN" dirty="0"/>
              <a:t>        Demo d = new Demo();</a:t>
            </a:r>
          </a:p>
          <a:p>
            <a:r>
              <a:rPr lang="en-IN" dirty="0"/>
              <a:t>        </a:t>
            </a:r>
            <a:r>
              <a:rPr lang="en-IN" dirty="0" err="1"/>
              <a:t>d.display</a:t>
            </a:r>
            <a:r>
              <a:rPr lang="en-IN" dirty="0"/>
              <a:t>();         // Needs object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072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1DE2-1F68-37E2-362F-63DEC2F3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671"/>
          </a:xfrm>
        </p:spPr>
        <p:txBody>
          <a:bodyPr>
            <a:normAutofit fontScale="90000"/>
          </a:bodyPr>
          <a:lstStyle/>
          <a:p>
            <a:r>
              <a:rPr lang="en-IN" dirty="0"/>
              <a:t>Static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9DE61-A2D8-C5EB-612C-AD16E8F96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879" y="1337095"/>
            <a:ext cx="10515600" cy="503827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class Example {</a:t>
            </a:r>
          </a:p>
          <a:p>
            <a:pPr marL="0" indent="0">
              <a:buNone/>
            </a:pPr>
            <a:r>
              <a:rPr lang="en-IN" dirty="0"/>
              <a:t>    static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("Static block executed before main");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("Main method executed");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536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2B08-28A0-59D5-77A6-86BEC113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Static Methods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DDC7-C10B-1D57-1904-8EB22D727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928"/>
            <a:ext cx="10515600" cy="509003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class Parent {</a:t>
            </a:r>
          </a:p>
          <a:p>
            <a:pPr marL="0" indent="0">
              <a:buNone/>
            </a:pPr>
            <a:r>
              <a:rPr lang="en-IN" dirty="0"/>
              <a:t>    static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("Static method in Parent");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Child extends Parent {</a:t>
            </a:r>
          </a:p>
          <a:p>
            <a:pPr marL="0" indent="0">
              <a:buNone/>
            </a:pPr>
            <a:r>
              <a:rPr lang="en-IN" dirty="0"/>
              <a:t>    static void display()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("Static method in Child");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Test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Parent p = new Child();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p.display</a:t>
            </a:r>
            <a:r>
              <a:rPr lang="en-IN" dirty="0"/>
              <a:t>(); // Output: Static method in Parent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7221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006C-5D58-EE89-C492-EF5D8604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Private Methods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5D9D1-5EB9-3736-632F-07B7CC68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Private methods cannot be overridden because they are not visible to subclasses.</a:t>
            </a:r>
          </a:p>
          <a:p>
            <a:pPr fontAlgn="base"/>
            <a:r>
              <a:rPr lang="en-US" dirty="0"/>
              <a:t>A subclass method with the same name is treated as a new, independent method, unrelated to the parent class.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7501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F600-7875-A8D0-E408-5C6DCCE6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Autofit/>
          </a:bodyPr>
          <a:lstStyle/>
          <a:p>
            <a:r>
              <a:rPr lang="en-IN" sz="200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9F778-FD2E-B1C1-6254-AE3411A2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4619"/>
            <a:ext cx="10515600" cy="545234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class Parent{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private void display(){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("Parent private method");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Child extends Parent{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void display(){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// This is a new method, not overriding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("Child method");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public class GFG{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Child c = new Child();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 // Calls Child's method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c.display</a:t>
            </a:r>
            <a:r>
              <a:rPr lang="en-IN" dirty="0"/>
              <a:t>(); 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7469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391F-9AC3-3AF1-5D20-E500D846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Polymorphism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2F932-3E24-31A2-FB2A-CFD2E516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word </a:t>
            </a:r>
            <a:r>
              <a:rPr lang="en-US" b="1" dirty="0"/>
              <a:t>Polymorphism</a:t>
            </a:r>
            <a:r>
              <a:rPr lang="en-US" dirty="0"/>
              <a:t> comes from Greek — </a:t>
            </a:r>
            <a:r>
              <a:rPr lang="en-US" i="1" dirty="0"/>
              <a:t>“poly” (many) + “morph” (forms)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means </a:t>
            </a:r>
            <a:r>
              <a:rPr lang="en-US" b="1" dirty="0"/>
              <a:t>one name, many forms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Java, </a:t>
            </a:r>
            <a:r>
              <a:rPr lang="en-US" b="1" dirty="0"/>
              <a:t>polymorphism</a:t>
            </a:r>
            <a:r>
              <a:rPr lang="en-US" dirty="0"/>
              <a:t> allows an object to </a:t>
            </a:r>
            <a:r>
              <a:rPr lang="en-US" b="1" dirty="0"/>
              <a:t>perform different actions</a:t>
            </a:r>
            <a:r>
              <a:rPr lang="en-US" dirty="0"/>
              <a:t> based on its </a:t>
            </a:r>
            <a:r>
              <a:rPr lang="en-US" b="1" dirty="0"/>
              <a:t>actual type</a:t>
            </a:r>
            <a:r>
              <a:rPr lang="en-US" dirty="0"/>
              <a:t>, even when the reference type is the same.</a:t>
            </a:r>
          </a:p>
          <a:p>
            <a:pPr marL="0" indent="0">
              <a:buNone/>
            </a:pPr>
            <a:r>
              <a:rPr lang="en-US" dirty="0"/>
              <a:t>(The same method name can behave differently for different objects.)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5217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542C-F4E5-BF8B-80EC-7222B434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6A7EA-F237-855B-7B1A-053D6427B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962" y="655607"/>
            <a:ext cx="9972136" cy="583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4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1DB3-2284-4654-A423-3843B69D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Compile-Time Polymorphism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0258-4437-3905-79E3-81A327D03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u="sng" dirty="0">
                <a:hlinkClick r:id="rId2"/>
              </a:rPr>
              <a:t>Compile-Time Polymorphism</a:t>
            </a:r>
            <a:r>
              <a:rPr lang="en-US" dirty="0"/>
              <a:t> in Java is also known as static polymorphism and also known as method overloading. This happens when multiple methods in the same class have the same name but different parameters.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8599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CF25-EE8D-3D2B-CEA4-08EF7AF8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C0EA3-1163-7A00-38E3-119A1A63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Method overloading</a:t>
            </a:r>
            <a:r>
              <a:rPr lang="en-US" dirty="0"/>
              <a:t> in Java means </a:t>
            </a:r>
            <a:r>
              <a:rPr lang="en-US" b="1" dirty="0"/>
              <a:t>having multiple methods with the same name</a:t>
            </a:r>
            <a:r>
              <a:rPr lang="en-US" dirty="0"/>
              <a:t> in a class, but with </a:t>
            </a:r>
            <a:r>
              <a:rPr lang="en-US" b="1" dirty="0"/>
              <a:t>different parameters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→ (different number, type, or order of parameters).</a:t>
            </a:r>
          </a:p>
          <a:p>
            <a:pPr marL="0" indent="0">
              <a:buNone/>
            </a:pPr>
            <a:r>
              <a:rPr lang="en-US" dirty="0"/>
              <a:t>For method overloading:</a:t>
            </a:r>
          </a:p>
          <a:p>
            <a:r>
              <a:rPr lang="en-US" sz="2000" dirty="0"/>
              <a:t>Methods </a:t>
            </a:r>
            <a:r>
              <a:rPr lang="en-US" sz="2000" b="1" dirty="0"/>
              <a:t>must have the same name</a:t>
            </a:r>
            <a:endParaRPr lang="en-US" sz="2000" dirty="0"/>
          </a:p>
          <a:p>
            <a:r>
              <a:rPr lang="en-US" sz="2000" dirty="0"/>
              <a:t>But </a:t>
            </a:r>
            <a:r>
              <a:rPr lang="en-US" sz="2000" b="1" dirty="0"/>
              <a:t>different parameter lists</a:t>
            </a:r>
            <a:endParaRPr lang="en-US" sz="2000" dirty="0"/>
          </a:p>
          <a:p>
            <a:r>
              <a:rPr lang="en-US" sz="2000" dirty="0"/>
              <a:t>Return type </a:t>
            </a:r>
            <a:r>
              <a:rPr lang="en-US" sz="2000" b="1" dirty="0"/>
              <a:t>may or may not be different</a:t>
            </a:r>
            <a:endParaRPr lang="en-US" sz="2000" dirty="0"/>
          </a:p>
          <a:p>
            <a:r>
              <a:rPr lang="en-US" sz="2000" dirty="0"/>
              <a:t>It happens </a:t>
            </a:r>
            <a:r>
              <a:rPr lang="en-US" sz="2000" b="1" dirty="0"/>
              <a:t>within the same class</a:t>
            </a: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4978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F1FB-414F-9717-0F11-F3EDD544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3011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4755-A7E1-3412-F34C-2447B66B5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796"/>
            <a:ext cx="10515600" cy="51331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MathOperation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int add(int a, int b) {</a:t>
            </a:r>
          </a:p>
          <a:p>
            <a:pPr marL="0" indent="0">
              <a:buNone/>
            </a:pPr>
            <a:r>
              <a:rPr lang="en-IN" dirty="0"/>
              <a:t>        return a +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add(int a, int b, int c) {</a:t>
            </a:r>
          </a:p>
          <a:p>
            <a:pPr marL="0" indent="0">
              <a:buNone/>
            </a:pPr>
            <a:r>
              <a:rPr lang="en-IN" dirty="0"/>
              <a:t>        return a + b + c;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double add(double a, double b) {</a:t>
            </a:r>
          </a:p>
          <a:p>
            <a:pPr marL="0" indent="0">
              <a:buNone/>
            </a:pPr>
            <a:r>
              <a:rPr lang="en-IN" dirty="0"/>
              <a:t>return a +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3350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F1FB-414F-9717-0F11-F3EDD5441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3011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4755-A7E1-3412-F34C-2447B66B5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796"/>
            <a:ext cx="10515600" cy="5133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sz="2000" dirty="0"/>
              <a:t>public class </a:t>
            </a:r>
            <a:r>
              <a:rPr lang="en-IN" sz="2000" dirty="0" err="1"/>
              <a:t>OverloadExample</a:t>
            </a:r>
            <a:r>
              <a:rPr lang="en-IN" sz="2000" dirty="0"/>
              <a:t> {</a:t>
            </a:r>
          </a:p>
          <a:p>
            <a:pPr marL="0" indent="0">
              <a:buNone/>
            </a:pPr>
            <a:r>
              <a:rPr lang="en-IN" sz="2000" dirty="0"/>
              <a:t>    public static void main(String[] </a:t>
            </a:r>
            <a:r>
              <a:rPr lang="en-IN" sz="2000" dirty="0" err="1"/>
              <a:t>args</a:t>
            </a:r>
            <a:r>
              <a:rPr lang="en-IN" sz="2000" dirty="0"/>
              <a:t>) {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MathOperation</a:t>
            </a:r>
            <a:r>
              <a:rPr lang="en-IN" sz="2000" dirty="0"/>
              <a:t> m = new </a:t>
            </a:r>
            <a:r>
              <a:rPr lang="en-IN" sz="2000" dirty="0" err="1"/>
              <a:t>MathOperation</a:t>
            </a:r>
            <a:r>
              <a:rPr lang="en-IN" sz="2000" dirty="0"/>
              <a:t>();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("Sum of two int: " + </a:t>
            </a:r>
            <a:r>
              <a:rPr lang="en-IN" sz="2000" dirty="0" err="1"/>
              <a:t>m.add</a:t>
            </a:r>
            <a:r>
              <a:rPr lang="en-IN" sz="2000" dirty="0"/>
              <a:t>(5, 10));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("Sum of three int: " + </a:t>
            </a:r>
            <a:r>
              <a:rPr lang="en-IN" sz="2000" dirty="0" err="1"/>
              <a:t>m.add</a:t>
            </a:r>
            <a:r>
              <a:rPr lang="en-IN" sz="2000" dirty="0"/>
              <a:t>(5, 10, 15));</a:t>
            </a: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("Sum of two double: " + </a:t>
            </a:r>
            <a:r>
              <a:rPr lang="en-IN" sz="2000" dirty="0" err="1"/>
              <a:t>m.add</a:t>
            </a:r>
            <a:r>
              <a:rPr lang="en-IN" sz="2000" dirty="0"/>
              <a:t>(2.5, 3.7));</a:t>
            </a:r>
          </a:p>
          <a:p>
            <a:pPr marL="0" indent="0">
              <a:buNone/>
            </a:pPr>
            <a:r>
              <a:rPr lang="en-IN" sz="2000" dirty="0"/>
              <a:t>    }</a:t>
            </a:r>
          </a:p>
          <a:p>
            <a:pPr marL="0" indent="0">
              <a:buNone/>
            </a:pPr>
            <a:r>
              <a:rPr lang="en-IN" sz="20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5301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E1668-9C11-CF5F-A713-7E552BDA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98" y="287037"/>
            <a:ext cx="10515600" cy="39400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Changing Order of Parameters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4C58-7150-23BB-1E23-576AFC48F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8906"/>
            <a:ext cx="10515600" cy="522805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class Display {</a:t>
            </a:r>
          </a:p>
          <a:p>
            <a:pPr marL="0" indent="0">
              <a:buNone/>
            </a:pPr>
            <a:r>
              <a:rPr lang="en-IN" dirty="0"/>
              <a:t>    void show(String name, int age)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(name + " is " + age + " years old");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show(int age, String name)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(name + " is " + age + " years old");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Test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Display d = new Display();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d.show</a:t>
            </a:r>
            <a:r>
              <a:rPr lang="en-IN" dirty="0"/>
              <a:t>(“</a:t>
            </a:r>
            <a:r>
              <a:rPr lang="en-IN" dirty="0" err="1"/>
              <a:t>aman</a:t>
            </a:r>
            <a:r>
              <a:rPr lang="en-IN" dirty="0"/>
              <a:t>", 25);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d.show</a:t>
            </a:r>
            <a:r>
              <a:rPr lang="en-IN" dirty="0"/>
              <a:t>(30, "Riya");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51240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9DA2-F19A-4129-C87B-B995BA96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Runtime Polymorphism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E166-C5AB-836F-8033-212E7162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u="sng" dirty="0">
                <a:hlinkClick r:id="rId2"/>
              </a:rPr>
              <a:t>Runtime Polymorphism</a:t>
            </a:r>
            <a:r>
              <a:rPr lang="en-US" dirty="0"/>
              <a:t> in Java known as </a:t>
            </a:r>
            <a:r>
              <a:rPr lang="en-US" b="1" dirty="0"/>
              <a:t>Dynamic Method Dispatch</a:t>
            </a:r>
            <a:r>
              <a:rPr lang="en-US" dirty="0"/>
              <a:t>. It is a process in which a function call to the overridden method is resolved at Runtime. This type of polymorphism is achieved by Method Overriding. Method overriding, on the other hand, occurs when a derived class has a definition for one of the member functions of the base class. That base function is said to be overridden.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02379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3C66-5746-94D9-5CB7-25D797FD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F3B6-C9F6-2F93-F8C0-B6CED4A8E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Method overriding</a:t>
            </a:r>
            <a:r>
              <a:rPr lang="en-US" dirty="0"/>
              <a:t> means </a:t>
            </a:r>
            <a:r>
              <a:rPr lang="en-US" b="1" dirty="0"/>
              <a:t>defining a method in the child class</a:t>
            </a:r>
            <a:r>
              <a:rPr lang="en-US" dirty="0"/>
              <a:t> that has the </a:t>
            </a:r>
            <a:r>
              <a:rPr lang="en-US" b="1" dirty="0"/>
              <a:t>same name, same parameters, and same return type</a:t>
            </a:r>
            <a:r>
              <a:rPr lang="en-US" dirty="0"/>
              <a:t> as a method in its </a:t>
            </a:r>
            <a:r>
              <a:rPr lang="en-US" b="1" dirty="0"/>
              <a:t>parent class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357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369E-F592-0B66-A6C2-1BA313EB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B327-F6E5-575E-1FCB-B379CB856D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makes a sound");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6E92C-793C-D6F2-4D41-E3C50F1B12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MethodOverridingExample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Animal a = new Dog();  // Upcasting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           // Calls Dog's version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05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DBCC-7DE3-5B41-710E-F4766B4B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E538D-03E2-30BB-E50B-CA53A3B2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62"/>
            <a:ext cx="10515600" cy="534020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makes a sound");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Cat extends Animal {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</p:txBody>
      </p:sp>
    </p:spTree>
    <p:extLst>
      <p:ext uri="{BB962C8B-B14F-4D97-AF65-F5344CB8AC3E}">
        <p14:creationId xmlns:p14="http://schemas.microsoft.com/office/powerpoint/2010/main" val="26218381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DBCC-7DE3-5B41-710E-F4766B4B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E538D-03E2-30BB-E50B-CA53A3B2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6762"/>
            <a:ext cx="10515600" cy="534020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("Cat meows");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Example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Animal a;        // Parent reference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a = new Dog();   // Upcasting to Dog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     // Output: Dog barks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a = new Cat();   // Upcasting to Cat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     // Output: Cat meows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8787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A2F1-1AC5-4AB5-65F4-EE1D6927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108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Special Cases in Overriding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A4F47-7A2B-C727-DC72-ACF82789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125"/>
            <a:ext cx="10515600" cy="5417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Calling Parent Method Using super</a:t>
            </a:r>
          </a:p>
          <a:p>
            <a:pPr marL="0" indent="0">
              <a:buNone/>
            </a:pPr>
            <a:r>
              <a:rPr lang="en-IN" dirty="0"/>
              <a:t>class Parent{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void show(){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("Parent's show()");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Child extends Parent{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void show(){</a:t>
            </a:r>
          </a:p>
        </p:txBody>
      </p:sp>
    </p:spTree>
    <p:extLst>
      <p:ext uri="{BB962C8B-B14F-4D97-AF65-F5344CB8AC3E}">
        <p14:creationId xmlns:p14="http://schemas.microsoft.com/office/powerpoint/2010/main" val="29074488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A2F1-1AC5-4AB5-65F4-EE1D6927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89" y="425511"/>
            <a:ext cx="10515600" cy="50614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A4F47-7A2B-C727-DC72-ACF82789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683" y="1095555"/>
            <a:ext cx="10515600" cy="54178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super.show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("Child's show()");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Parent </a:t>
            </a:r>
            <a:r>
              <a:rPr lang="en-IN" dirty="0" err="1"/>
              <a:t>obj</a:t>
            </a:r>
            <a:r>
              <a:rPr lang="en-IN" dirty="0"/>
              <a:t> = new Child();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obj.show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65464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1F66-7B2F-B86B-B441-301AC4DE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C452-6D77-5E60-6AF5-AEDB4AB3E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Upcasting</a:t>
            </a:r>
            <a:r>
              <a:rPr lang="en-US" dirty="0"/>
              <a:t> means </a:t>
            </a:r>
            <a:r>
              <a:rPr lang="en-US" b="1" dirty="0"/>
              <a:t>assigning a child class object to a parent class reference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Parent reference = Child object</a:t>
            </a:r>
            <a:endParaRPr lang="en-US" dirty="0"/>
          </a:p>
          <a:p>
            <a:r>
              <a:rPr lang="en-US" dirty="0"/>
              <a:t>It happens automatically in Java (implicit casting).</a:t>
            </a:r>
          </a:p>
          <a:p>
            <a:pPr marL="0" indent="0">
              <a:buNone/>
            </a:pPr>
            <a:r>
              <a:rPr lang="en-US" dirty="0"/>
              <a:t>Because in the inheritance tree, we move </a:t>
            </a:r>
            <a:r>
              <a:rPr lang="en-US" b="1" dirty="0"/>
              <a:t>upward</a:t>
            </a:r>
            <a:r>
              <a:rPr lang="en-US" dirty="0"/>
              <a:t> from </a:t>
            </a:r>
            <a:r>
              <a:rPr lang="en-US" b="1" dirty="0"/>
              <a:t>child → parent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Parent </a:t>
            </a:r>
            <a:r>
              <a:rPr lang="en-IN" dirty="0" err="1"/>
              <a:t>obj</a:t>
            </a:r>
            <a:r>
              <a:rPr lang="en-IN" dirty="0"/>
              <a:t> = new Child();</a:t>
            </a:r>
          </a:p>
          <a:p>
            <a:r>
              <a:rPr lang="en-US" dirty="0"/>
              <a:t>Upcasting is the base of dynamic method dispatch.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4963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915D-F15E-F189-6AFB-E84077CD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BEBC-2DCB-268E-5B8F-3344CE6FC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92038"/>
            <a:ext cx="5181600" cy="51849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makes sound");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void walk()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walks");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F7B6D-2312-E3EC-F7B5-4AEF306D4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23026"/>
            <a:ext cx="5181600" cy="52539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Animal a = new Dog(); // Upcasting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          // Calls Dog’s sound() → Runtime Polymorphism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</a:t>
            </a:r>
            <a:r>
              <a:rPr lang="en-IN" dirty="0" err="1"/>
              <a:t>a.walk</a:t>
            </a:r>
            <a:r>
              <a:rPr lang="en-IN" dirty="0"/>
              <a:t>();  // Not allowed (parent reference can't access child-specific methods)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7472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509616-B7F3-BD07-1066-D51C21EB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Method Dispatch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8548B-5E31-FE1E-CB94-56FB3B162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Dynamic Method Dispatch</a:t>
            </a:r>
            <a:r>
              <a:rPr lang="en-US" dirty="0"/>
              <a:t> is the </a:t>
            </a:r>
            <a:r>
              <a:rPr lang="en-US" b="1" dirty="0"/>
              <a:t>runtime process in Java where an overridden method is called based on the object (not the reference type).</a:t>
            </a:r>
            <a:endParaRPr lang="en-US" dirty="0"/>
          </a:p>
          <a:p>
            <a:r>
              <a:rPr lang="en-US" dirty="0"/>
              <a:t>It is also called:</a:t>
            </a:r>
            <a:br>
              <a:rPr lang="en-US" dirty="0"/>
            </a:br>
            <a:r>
              <a:rPr lang="en-US" b="1" dirty="0"/>
              <a:t>Runtime Polymorphism</a:t>
            </a:r>
            <a:br>
              <a:rPr lang="en-US" dirty="0"/>
            </a:br>
            <a:r>
              <a:rPr lang="en-US" b="1" dirty="0"/>
              <a:t>Dynamic Binding</a:t>
            </a:r>
            <a:br>
              <a:rPr lang="en-US" dirty="0"/>
            </a:br>
            <a:r>
              <a:rPr lang="en-US" b="1" dirty="0"/>
              <a:t>Late Binding</a:t>
            </a:r>
            <a:endParaRPr lang="en-US" dirty="0"/>
          </a:p>
          <a:p>
            <a:r>
              <a:rPr lang="en-US" dirty="0"/>
              <a:t>Java checks </a:t>
            </a:r>
            <a:r>
              <a:rPr lang="en-US" b="1" dirty="0"/>
              <a:t>the actual object type at runtime.</a:t>
            </a:r>
          </a:p>
          <a:p>
            <a:r>
              <a:rPr lang="en-US" dirty="0"/>
              <a:t>calls the </a:t>
            </a:r>
            <a:r>
              <a:rPr lang="en-US" b="1" dirty="0"/>
              <a:t>child’s overridden method</a:t>
            </a:r>
            <a:r>
              <a:rPr lang="en-US" dirty="0"/>
              <a:t>, not the parent’s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0242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FD3AD8-D363-AEB5-CD46-5892E7C3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Constructor Chaining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DA16D-CF63-2539-2E41-4DBD1C79B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Constructor Chaining</a:t>
            </a:r>
            <a:r>
              <a:rPr lang="en-US" dirty="0"/>
              <a:t> means </a:t>
            </a:r>
            <a:r>
              <a:rPr lang="en-US" b="1" dirty="0"/>
              <a:t>calling one constructor from another constructor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helps avoid repeating code and improves reusability.</a:t>
            </a:r>
          </a:p>
          <a:p>
            <a:r>
              <a:rPr lang="en-US" dirty="0"/>
              <a:t>It happens in two ways:</a:t>
            </a:r>
          </a:p>
          <a:p>
            <a:pPr marL="0" indent="0">
              <a:buNone/>
            </a:pPr>
            <a:r>
              <a:rPr lang="en-US" b="1" dirty="0"/>
              <a:t>Within the Same Class → using this()</a:t>
            </a:r>
          </a:p>
          <a:p>
            <a:pPr marL="0" indent="0">
              <a:buNone/>
            </a:pPr>
            <a:r>
              <a:rPr lang="en-US" b="1" dirty="0"/>
              <a:t>Between Parent → Child Classes → using super()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890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4477D-47C1-66C2-2826-89D8CF4A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Within the Same Class → using this()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2306-87CF-34A0-DF75-E16EF6FC69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    Demo()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("Default Constructor");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Demo(int x) {</a:t>
            </a:r>
          </a:p>
          <a:p>
            <a:pPr marL="0" indent="0">
              <a:buNone/>
            </a:pPr>
            <a:r>
              <a:rPr lang="en-IN" dirty="0"/>
              <a:t>        this();   // Calls the default constructor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("Parameterized Constructor: " + x);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73633-C533-47B7-D840-E77DD77E1D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Demo d = new Demo(10);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91830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A13E-BF90-839C-946F-0F9FFD2E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 Parent → Child Classes → using super()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A7A8-7D93-D61B-BB1C-19B0ED8884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Parent {</a:t>
            </a:r>
          </a:p>
          <a:p>
            <a:pPr marL="0" indent="0">
              <a:buNone/>
            </a:pPr>
            <a:r>
              <a:rPr lang="en-IN" dirty="0"/>
              <a:t>    Parent()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("Parent Constructor");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Child extends Parent {</a:t>
            </a:r>
          </a:p>
          <a:p>
            <a:pPr marL="0" indent="0">
              <a:buNone/>
            </a:pPr>
            <a:r>
              <a:rPr lang="en-IN" dirty="0"/>
              <a:t>    Child() {</a:t>
            </a:r>
          </a:p>
          <a:p>
            <a:pPr marL="0" indent="0">
              <a:buNone/>
            </a:pPr>
            <a:r>
              <a:rPr lang="en-IN" dirty="0"/>
              <a:t>        super();   // Calls Parent constructor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("Child Constructor");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55554-2255-8D1C-4D73-8E67E0309A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class Test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Child c = new Child();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57087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8F411-73FD-AC11-8368-5D1FEDE0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B43F-C798-8869-0BD2-E45D0042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117"/>
            <a:ext cx="10515600" cy="4701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Encapsulation in Java</a:t>
            </a:r>
            <a:r>
              <a:rPr lang="en-US" sz="2400" dirty="0"/>
              <a:t> is one of the four main pillars of </a:t>
            </a:r>
            <a:r>
              <a:rPr lang="en-US" sz="2400" b="1" dirty="0"/>
              <a:t>Object-Oriented Programming (OOP)</a:t>
            </a:r>
            <a:r>
              <a:rPr lang="en-US" sz="2400" dirty="0"/>
              <a:t> (along with inheritance, polymorphism, and abstraction).</a:t>
            </a:r>
          </a:p>
          <a:p>
            <a:pPr marL="0" indent="0">
              <a:buNone/>
            </a:pPr>
            <a:r>
              <a:rPr lang="en-US" sz="2400" dirty="0"/>
              <a:t>It means </a:t>
            </a:r>
            <a:r>
              <a:rPr lang="en-US" sz="2400" b="1" dirty="0"/>
              <a:t>binding (or wrapping) data and methods that operate on that data into a single unit</a:t>
            </a:r>
            <a:r>
              <a:rPr lang="en-US" sz="2400" dirty="0"/>
              <a:t> — usually a </a:t>
            </a:r>
            <a:r>
              <a:rPr lang="en-US" sz="2400" b="1" dirty="0"/>
              <a:t>class</a:t>
            </a:r>
            <a:r>
              <a:rPr lang="en-US" sz="2400" dirty="0"/>
              <a:t> — and </a:t>
            </a:r>
            <a:r>
              <a:rPr lang="en-US" sz="2400" b="1" dirty="0"/>
              <a:t>restricting direct access</a:t>
            </a:r>
            <a:r>
              <a:rPr lang="en-US" sz="2400" dirty="0"/>
              <a:t> to some of the object’s components.</a:t>
            </a:r>
          </a:p>
          <a:p>
            <a:pPr marL="0" indent="0">
              <a:buNone/>
            </a:pPr>
            <a:r>
              <a:rPr lang="en-US" dirty="0"/>
              <a:t>In Java, encapsulation is achieved by:</a:t>
            </a:r>
          </a:p>
          <a:p>
            <a:r>
              <a:rPr lang="en-US" sz="2400" b="1" dirty="0"/>
              <a:t>Declaring variables as private</a:t>
            </a:r>
            <a:r>
              <a:rPr lang="en-US" sz="2400" dirty="0"/>
              <a:t> (so they can’t be accessed directly from outside the class).</a:t>
            </a:r>
          </a:p>
          <a:p>
            <a:r>
              <a:rPr lang="en-US" sz="2400" b="1" dirty="0"/>
              <a:t>Providing public getter and setter methods</a:t>
            </a:r>
            <a:r>
              <a:rPr lang="en-US" sz="2400" dirty="0"/>
              <a:t> to access and update the values safely.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007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1187-BE43-9A7B-D5FC-580F5011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E3B7-6736-459B-F23A-6C3E55DFB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14400"/>
            <a:ext cx="5181600" cy="5262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class Student {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int age;</a:t>
            </a:r>
          </a:p>
          <a:p>
            <a:pPr marL="0" indent="0">
              <a:buNone/>
            </a:pPr>
            <a:r>
              <a:rPr lang="en-IN" dirty="0"/>
              <a:t>    //Public getter and setter methods</a:t>
            </a:r>
          </a:p>
          <a:p>
            <a:pPr marL="0" indent="0">
              <a:buNone/>
            </a:pPr>
            <a:r>
              <a:rPr lang="en-IN" dirty="0"/>
              <a:t>    public String </a:t>
            </a:r>
            <a:r>
              <a:rPr lang="en-IN" dirty="0" err="1"/>
              <a:t>getName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name;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public void </a:t>
            </a:r>
            <a:r>
              <a:rPr lang="en-IN" dirty="0" err="1"/>
              <a:t>setName</a:t>
            </a:r>
            <a:r>
              <a:rPr lang="en-IN" dirty="0"/>
              <a:t>(String name) {</a:t>
            </a:r>
          </a:p>
          <a:p>
            <a:pPr marL="0" indent="0">
              <a:buNone/>
            </a:pPr>
            <a:r>
              <a:rPr lang="en-IN" dirty="0"/>
              <a:t>        this.name = name;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413D9-C34C-0D03-882F-A2E650EF2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64233"/>
            <a:ext cx="5181600" cy="55127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public int </a:t>
            </a:r>
            <a:r>
              <a:rPr lang="en-IN" dirty="0" err="1"/>
              <a:t>getAge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age;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public void </a:t>
            </a:r>
            <a:r>
              <a:rPr lang="en-IN" dirty="0" err="1"/>
              <a:t>setAge</a:t>
            </a:r>
            <a:r>
              <a:rPr lang="en-IN" dirty="0"/>
              <a:t>(int age) {</a:t>
            </a:r>
          </a:p>
          <a:p>
            <a:pPr marL="0" indent="0">
              <a:buNone/>
            </a:pPr>
            <a:r>
              <a:rPr lang="en-IN" dirty="0"/>
              <a:t>if (age &gt; 0)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this.age</a:t>
            </a:r>
            <a:r>
              <a:rPr lang="en-IN" dirty="0"/>
              <a:t> = age;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("Invalid age!");</a:t>
            </a:r>
          </a:p>
          <a:p>
            <a:pPr marL="0" indent="0">
              <a:buNone/>
            </a:pPr>
            <a:r>
              <a:rPr lang="en-IN" dirty="0"/>
              <a:t>        } }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3854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1187-BE43-9A7B-D5FC-580F5011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32914"/>
            <a:ext cx="10515600" cy="132212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E3B7-6736-459B-F23A-6C3E55DFB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6"/>
            <a:ext cx="10515600" cy="5811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Student s = new Student();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s.setName</a:t>
            </a:r>
            <a:r>
              <a:rPr lang="en-IN" dirty="0"/>
              <a:t>("John");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s.setAge</a:t>
            </a:r>
            <a:r>
              <a:rPr lang="en-IN" dirty="0"/>
              <a:t>(20);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("Name: " + </a:t>
            </a:r>
            <a:r>
              <a:rPr lang="en-IN" dirty="0" err="1"/>
              <a:t>s.getName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("Age: " + </a:t>
            </a:r>
            <a:r>
              <a:rPr lang="en-IN" dirty="0" err="1"/>
              <a:t>s.getAge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2254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064A-6825-CFF6-0FEA-52B079D0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B0DB-36F8-9B34-8BD5-6A3C0E902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25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Abstraction</a:t>
            </a:r>
            <a:r>
              <a:rPr lang="en-US" dirty="0"/>
              <a:t> means </a:t>
            </a:r>
            <a:r>
              <a:rPr lang="en-US" b="1" dirty="0"/>
              <a:t>showing only the essential details</a:t>
            </a:r>
            <a:r>
              <a:rPr lang="en-US" dirty="0"/>
              <a:t> of an object while </a:t>
            </a:r>
            <a:r>
              <a:rPr lang="en-US" b="1" dirty="0"/>
              <a:t>hiding unnecessary implementation details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helps you </a:t>
            </a:r>
            <a:r>
              <a:rPr lang="en-US" b="1" dirty="0"/>
              <a:t>focus on what an object does</a:t>
            </a:r>
            <a:r>
              <a:rPr lang="en-US" dirty="0"/>
              <a:t> instead of </a:t>
            </a:r>
            <a:r>
              <a:rPr lang="en-US" b="1" dirty="0"/>
              <a:t>how it does it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Abstraction in Java:</a:t>
            </a:r>
          </a:p>
          <a:p>
            <a:pPr marL="0" indent="0">
              <a:buNone/>
            </a:pPr>
            <a:r>
              <a:rPr lang="en-US" dirty="0"/>
              <a:t>Java achieves abstraction in two main ways:</a:t>
            </a:r>
          </a:p>
          <a:p>
            <a:pPr fontAlgn="base"/>
            <a:r>
              <a:rPr lang="en-IN" b="1" dirty="0"/>
              <a:t>Abstract Classes </a:t>
            </a:r>
            <a:r>
              <a:rPr lang="en-IN" dirty="0"/>
              <a:t>(Partial Abstraction)</a:t>
            </a:r>
          </a:p>
          <a:p>
            <a:pPr fontAlgn="base"/>
            <a:r>
              <a:rPr lang="en-IN" b="1" dirty="0"/>
              <a:t>Interface</a:t>
            </a:r>
            <a:r>
              <a:rPr lang="en-IN" dirty="0"/>
              <a:t> (100% Abstraction)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7083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E754-1170-9401-58E2-0803212C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42A3-D914-267A-1804-A60F867C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</a:t>
            </a:r>
            <a:r>
              <a:rPr lang="en-US" sz="2400" b="1" dirty="0"/>
              <a:t>abstract class</a:t>
            </a:r>
            <a:r>
              <a:rPr lang="en-US" sz="2400" dirty="0"/>
              <a:t> in Java is a </a:t>
            </a:r>
            <a:r>
              <a:rPr lang="en-US" sz="2400" b="1" dirty="0"/>
              <a:t>class that cannot be instantiated</a:t>
            </a:r>
            <a:r>
              <a:rPr lang="en-US" sz="2400" dirty="0"/>
              <a:t> (you can’t create objects of it directly).</a:t>
            </a:r>
            <a:br>
              <a:rPr lang="en-US" sz="2400" dirty="0"/>
            </a:br>
            <a:r>
              <a:rPr lang="en-US" sz="2400" dirty="0"/>
              <a:t>It is used to </a:t>
            </a:r>
            <a:r>
              <a:rPr lang="en-US" sz="2400" b="1" dirty="0"/>
              <a:t>declare common behavior</a:t>
            </a:r>
            <a:r>
              <a:rPr lang="en-US" sz="2400" dirty="0"/>
              <a:t> that </a:t>
            </a:r>
            <a:r>
              <a:rPr lang="en-US" sz="2400" b="1" dirty="0"/>
              <a:t>subclasses must implement</a:t>
            </a:r>
            <a:r>
              <a:rPr lang="en-US" sz="2400" dirty="0"/>
              <a:t>.</a:t>
            </a:r>
          </a:p>
          <a:p>
            <a:r>
              <a:rPr lang="en-US" sz="2400" dirty="0"/>
              <a:t>It serves as a </a:t>
            </a:r>
            <a:r>
              <a:rPr lang="en-US" sz="2400" b="1" dirty="0"/>
              <a:t>blueprint</a:t>
            </a:r>
            <a:r>
              <a:rPr lang="en-US" sz="2400" dirty="0"/>
              <a:t> for other classes.</a:t>
            </a:r>
          </a:p>
          <a:p>
            <a:pPr marL="0" indent="0">
              <a:buNone/>
            </a:pPr>
            <a:r>
              <a:rPr lang="en-US" b="1" dirty="0"/>
              <a:t>Definition:</a:t>
            </a:r>
          </a:p>
          <a:p>
            <a:r>
              <a:rPr lang="en-US" dirty="0"/>
              <a:t>An abstract class is a class declared with the abstract keyword, and it may contain </a:t>
            </a:r>
            <a:r>
              <a:rPr lang="en-US" b="1" dirty="0"/>
              <a:t>abstract methods</a:t>
            </a:r>
            <a:r>
              <a:rPr lang="en-US" dirty="0"/>
              <a:t> (without body) and/or </a:t>
            </a:r>
            <a:r>
              <a:rPr lang="en-US" b="1" dirty="0"/>
              <a:t>concrete methods</a:t>
            </a:r>
            <a:r>
              <a:rPr lang="en-US" dirty="0"/>
              <a:t> (with body).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6041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9C35-B850-0386-7D5A-17334C68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85954-36F5-67AF-F08E-45020E3D9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0498"/>
            <a:ext cx="10515600" cy="5426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Points</a:t>
            </a:r>
          </a:p>
          <a:p>
            <a:r>
              <a:rPr lang="en-US" dirty="0"/>
              <a:t>Declared using the abstract keyword.</a:t>
            </a:r>
          </a:p>
          <a:p>
            <a:r>
              <a:rPr lang="en-US" b="1" dirty="0"/>
              <a:t>Cannot be instantiated</a:t>
            </a:r>
            <a:r>
              <a:rPr lang="en-US" dirty="0"/>
              <a:t> (no new object of it).</a:t>
            </a:r>
          </a:p>
          <a:p>
            <a:r>
              <a:rPr lang="en-US" dirty="0"/>
              <a:t>Can have:</a:t>
            </a:r>
          </a:p>
          <a:p>
            <a:pPr lvl="1"/>
            <a:r>
              <a:rPr lang="en-US" b="1" dirty="0"/>
              <a:t>Abstract methods</a:t>
            </a:r>
            <a:r>
              <a:rPr lang="en-US" dirty="0"/>
              <a:t> (without body)</a:t>
            </a:r>
          </a:p>
          <a:p>
            <a:pPr lvl="1"/>
            <a:r>
              <a:rPr lang="en-US" b="1" dirty="0"/>
              <a:t>Concrete methods</a:t>
            </a:r>
            <a:r>
              <a:rPr lang="en-US" dirty="0"/>
              <a:t> (with body)</a:t>
            </a:r>
          </a:p>
          <a:p>
            <a:pPr lvl="1"/>
            <a:r>
              <a:rPr lang="en-US" b="1" dirty="0"/>
              <a:t>Constructors</a:t>
            </a:r>
            <a:endParaRPr lang="en-US" dirty="0"/>
          </a:p>
          <a:p>
            <a:pPr lvl="1"/>
            <a:r>
              <a:rPr lang="en-US" b="1" dirty="0"/>
              <a:t>Static methods</a:t>
            </a:r>
            <a:endParaRPr lang="en-US" dirty="0"/>
          </a:p>
          <a:p>
            <a:pPr lvl="1"/>
            <a:r>
              <a:rPr lang="en-US" b="1" dirty="0"/>
              <a:t>Variables (static or non-static)</a:t>
            </a:r>
            <a:endParaRPr lang="en-US" dirty="0"/>
          </a:p>
          <a:p>
            <a:r>
              <a:rPr lang="en-US" dirty="0"/>
              <a:t>Used to </a:t>
            </a:r>
            <a:r>
              <a:rPr lang="en-US" b="1" dirty="0"/>
              <a:t>achieve abstraction</a:t>
            </a:r>
            <a:r>
              <a:rPr lang="en-US" dirty="0"/>
              <a:t> (typically 0–100%).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6900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EA75-EFD3-CB74-0BFB-6F5D251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A0477-7C52-9503-C8EF-C4063217B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73192"/>
            <a:ext cx="5181600" cy="50037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abstract class Animal {</a:t>
            </a:r>
          </a:p>
          <a:p>
            <a:pPr marL="0" indent="0">
              <a:buNone/>
            </a:pPr>
            <a:r>
              <a:rPr lang="en-IN" dirty="0"/>
              <a:t>    // Abstract method (no body)</a:t>
            </a:r>
          </a:p>
          <a:p>
            <a:pPr marL="0" indent="0">
              <a:buNone/>
            </a:pPr>
            <a:r>
              <a:rPr lang="en-IN" dirty="0"/>
              <a:t>    abstract void sound();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Non-abstract method</a:t>
            </a:r>
          </a:p>
          <a:p>
            <a:pPr marL="0" indent="0">
              <a:buNone/>
            </a:pPr>
            <a:r>
              <a:rPr lang="en-IN" dirty="0"/>
              <a:t>    void eat()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("This animal eats food");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extends Animal {</a:t>
            </a:r>
          </a:p>
          <a:p>
            <a:pPr marL="0" indent="0">
              <a:buNone/>
            </a:pPr>
            <a:r>
              <a:rPr lang="en-IN" dirty="0"/>
              <a:t>   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2C3B7-2BC0-96D7-3F0B-2BB1787E6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73192"/>
            <a:ext cx="5181600" cy="50037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Animal a = new Dog();  // upcasting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// Dog barks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a.eat</a:t>
            </a:r>
            <a:r>
              <a:rPr lang="en-IN" dirty="0"/>
              <a:t>();    // This animal eats food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41219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10F4-79D8-61F6-45E2-AAAE1F0D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Can an Abstract Class Have a Constructor?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8CD1-B8F0-3C33-8527-BCEA4A1D1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Yes!</a:t>
            </a:r>
            <a:br>
              <a:rPr lang="en-US" dirty="0"/>
            </a:br>
            <a:r>
              <a:rPr lang="en-US" dirty="0"/>
              <a:t>An </a:t>
            </a:r>
            <a:r>
              <a:rPr lang="en-US" b="1" dirty="0"/>
              <a:t>abstract class can have a constructor</a:t>
            </a:r>
            <a:r>
              <a:rPr lang="en-US" dirty="0"/>
              <a:t> in Java.</a:t>
            </a:r>
          </a:p>
          <a:p>
            <a:pPr marL="0" indent="0">
              <a:buNone/>
            </a:pPr>
            <a:r>
              <a:rPr lang="en-US" dirty="0"/>
              <a:t>Even though you </a:t>
            </a:r>
            <a:r>
              <a:rPr lang="en-US" b="1" dirty="0"/>
              <a:t>can’t create an object of an abstract class directly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its </a:t>
            </a:r>
            <a:r>
              <a:rPr lang="en-US" b="1" dirty="0"/>
              <a:t>constructor is still called</a:t>
            </a:r>
            <a:r>
              <a:rPr lang="en-US" dirty="0"/>
              <a:t> when a </a:t>
            </a:r>
            <a:r>
              <a:rPr lang="en-US" b="1" dirty="0"/>
              <a:t>child class object</a:t>
            </a:r>
            <a:r>
              <a:rPr lang="en-US" dirty="0"/>
              <a:t> is created.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9977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2B6B-07B3-9C62-26EB-74FB509B8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5592"/>
          </a:xfrm>
        </p:spPr>
        <p:txBody>
          <a:bodyPr>
            <a:normAutofit fontScale="90000"/>
          </a:bodyPr>
          <a:lstStyle/>
          <a:p>
            <a:r>
              <a:rPr lang="en-IN" sz="2000" dirty="0"/>
              <a:t>Example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469B-E4B2-D2D7-A215-36AE4E055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5774"/>
            <a:ext cx="10515600" cy="527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abstract class Shape {</a:t>
            </a:r>
          </a:p>
          <a:p>
            <a:pPr marL="0" indent="0">
              <a:buNone/>
            </a:pPr>
            <a:r>
              <a:rPr lang="en-IN" dirty="0"/>
              <a:t>    int sides;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Shape(int sides)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this.sides</a:t>
            </a:r>
            <a:r>
              <a:rPr lang="en-IN" dirty="0"/>
              <a:t> = sides;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("Shape constructor: " + sides + " sides");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abstract void area();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8211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2B6B-07B3-9C62-26EB-74FB509B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Example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469B-E4B2-D2D7-A215-36AE4E055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class Rectangle extends Shape {</a:t>
            </a:r>
          </a:p>
          <a:p>
            <a:pPr marL="0" indent="0">
              <a:buNone/>
            </a:pPr>
            <a:r>
              <a:rPr lang="en-IN" dirty="0"/>
              <a:t>    int length, breadth;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Rectangle(int l, int b) {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super(4);  // calling abstract class constructor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this.length</a:t>
            </a:r>
            <a:r>
              <a:rPr lang="en-IN" dirty="0"/>
              <a:t> = l;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this.breadth</a:t>
            </a:r>
            <a:r>
              <a:rPr lang="en-IN" dirty="0"/>
              <a:t> =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87B9F-E81A-0D7B-A2B8-224670F480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 void area()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("Area = " + (length * breadth));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Rectangle r = new Rectangle(5, 3);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r.area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11360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0C57-815B-A63A-76B3-F8C42C22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7D00A-5279-1991-3BB7-DF0A35A6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interface</a:t>
            </a:r>
            <a:r>
              <a:rPr lang="en-US" dirty="0"/>
              <a:t> in Java is a </a:t>
            </a:r>
            <a:r>
              <a:rPr lang="en-US" b="1" dirty="0"/>
              <a:t>completely abstract type</a:t>
            </a:r>
            <a:r>
              <a:rPr lang="en-US" dirty="0"/>
              <a:t> that is used to define a </a:t>
            </a:r>
            <a:r>
              <a:rPr lang="en-US" b="1" dirty="0"/>
              <a:t>contract</a:t>
            </a:r>
            <a:r>
              <a:rPr lang="en-US" dirty="0"/>
              <a:t> — a set of methods that a class must implement.</a:t>
            </a:r>
          </a:p>
          <a:p>
            <a:pPr marL="0" indent="0">
              <a:buNone/>
            </a:pPr>
            <a:r>
              <a:rPr lang="en-US" dirty="0"/>
              <a:t>It specifies </a:t>
            </a:r>
            <a:r>
              <a:rPr lang="en-US" b="1" dirty="0"/>
              <a:t>what a class should do</a:t>
            </a:r>
            <a:r>
              <a:rPr lang="en-US" dirty="0"/>
              <a:t>, but </a:t>
            </a:r>
            <a:r>
              <a:rPr lang="en-US" b="1" dirty="0"/>
              <a:t>not how</a:t>
            </a:r>
            <a:r>
              <a:rPr lang="en-US" dirty="0"/>
              <a:t> it should do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2399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78E5-437C-F49A-1F72-49141765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2407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8BBBF-0D81-5430-B984-4BA518A18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5721"/>
            <a:ext cx="5181600" cy="48312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interface Animal {</a:t>
            </a:r>
          </a:p>
          <a:p>
            <a:pPr marL="0" indent="0">
              <a:buNone/>
            </a:pPr>
            <a:r>
              <a:rPr lang="en-IN" dirty="0"/>
              <a:t>    void sound();   // abstract method</a:t>
            </a:r>
          </a:p>
          <a:p>
            <a:pPr marL="0" indent="0">
              <a:buNone/>
            </a:pPr>
            <a:r>
              <a:rPr lang="en-IN" dirty="0"/>
              <a:t>    void eat();     // abstract method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Dog implements Animal {</a:t>
            </a:r>
          </a:p>
          <a:p>
            <a:pPr marL="0" indent="0">
              <a:buNone/>
            </a:pPr>
            <a:r>
              <a:rPr lang="en-IN" dirty="0"/>
              <a:t>    public void sound()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void eat()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eats bones");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FC773-EC81-2F7E-482F-951E7A3BA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76709"/>
            <a:ext cx="5181600" cy="49002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Animal a = new Dog();  // Upcasting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a.eat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5524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2D14-081E-3AEB-BC28-09C9C9EA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7AB7-5A5C-9FE1-E634-B671B18539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interface </a:t>
            </a:r>
            <a:r>
              <a:rPr lang="en-IN" dirty="0" err="1"/>
              <a:t>TestInterface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int VALUE = 10; // same as: public static final int VALUE = 10;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implements </a:t>
            </a:r>
            <a:r>
              <a:rPr lang="en-IN" dirty="0" err="1"/>
              <a:t>TestInterface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("Value = " + VALUE);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F2396-B385-3E87-68B4-1C1D126BB2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Demo d = new Demo();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d.show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Can also be accessed directly using the interface name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TestInterface.VALUE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82698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37FA-AB22-77C0-E4D4-1F212B911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 of Interface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DB9B-50E1-FF27-854D-4251BB6D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</a:t>
            </a:r>
            <a:r>
              <a:rPr lang="en-US" b="1" dirty="0"/>
              <a:t>default</a:t>
            </a:r>
            <a:r>
              <a:rPr lang="en-US" dirty="0"/>
              <a:t>, all </a:t>
            </a:r>
            <a:r>
              <a:rPr lang="en-US" b="1" dirty="0"/>
              <a:t>methods in an interface</a:t>
            </a:r>
            <a:r>
              <a:rPr lang="en-US" dirty="0"/>
              <a:t> are: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public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abstract</a:t>
            </a:r>
            <a:r>
              <a:rPr lang="en-US" dirty="0"/>
              <a:t> (unless they are default or static)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5432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7C70-46A3-A00A-D4E4-964A3CC8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Multiple Interfaces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8613-3D2B-1D1A-FE6A-A23A31C4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interface Printable {</a:t>
            </a:r>
          </a:p>
          <a:p>
            <a:pPr marL="0" indent="0">
              <a:buNone/>
            </a:pPr>
            <a:r>
              <a:rPr lang="en-IN" dirty="0"/>
              <a:t>    void print();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interface Showable {</a:t>
            </a:r>
          </a:p>
          <a:p>
            <a:pPr marL="0" indent="0">
              <a:buNone/>
            </a:pPr>
            <a:r>
              <a:rPr lang="en-IN" dirty="0"/>
              <a:t>    void show();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Demo implements Printable, Showable {</a:t>
            </a:r>
          </a:p>
          <a:p>
            <a:pPr marL="0" indent="0">
              <a:buNone/>
            </a:pPr>
            <a:r>
              <a:rPr lang="en-IN" dirty="0"/>
              <a:t>    public void print()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("Printing...");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9648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7C70-46A3-A00A-D4E4-964A3CC8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Multiple Interfaces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8613-3D2B-1D1A-FE6A-A23A31C4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/>
              <a:t>    </a:t>
            </a:r>
            <a:r>
              <a:rPr lang="en-IN" dirty="0"/>
              <a:t>public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("Showing...");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Demo </a:t>
            </a:r>
            <a:r>
              <a:rPr lang="en-IN" dirty="0" err="1"/>
              <a:t>obj</a:t>
            </a:r>
            <a:r>
              <a:rPr lang="en-IN" dirty="0"/>
              <a:t> = new Demo();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obj.print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obj.show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5024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77BA-FDC8-4CE3-7A7E-709E60381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and Static Methods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BE9305-92B2-5745-A8D7-3A0EDCF316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3"/>
            <a:ext cx="89595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(with body) — used to add new features without breaking old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called using the interface name.</a:t>
            </a:r>
          </a:p>
        </p:txBody>
      </p:sp>
    </p:spTree>
    <p:extLst>
      <p:ext uri="{BB962C8B-B14F-4D97-AF65-F5344CB8AC3E}">
        <p14:creationId xmlns:p14="http://schemas.microsoft.com/office/powerpoint/2010/main" val="1997880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16AA-4E70-9762-E1BC-23CD825D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13146-76F9-5C50-C3B6-103D288A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50"/>
            <a:ext cx="10515600" cy="520541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interface Vehicle {</a:t>
            </a:r>
          </a:p>
          <a:p>
            <a:pPr marL="0" indent="0">
              <a:buNone/>
            </a:pPr>
            <a:r>
              <a:rPr lang="en-IN" dirty="0"/>
              <a:t>    default void start()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("Vehicle is starting");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static void stop()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("Vehicle is stopping");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Car implements Vehicle </a:t>
            </a:r>
          </a:p>
          <a:p>
            <a:pPr marL="0" indent="0">
              <a:buNone/>
            </a:pPr>
            <a:r>
              <a:rPr lang="en-IN" dirty="0"/>
              <a:t>{  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(“Interface Implements");  </a:t>
            </a:r>
            <a:r>
              <a:rPr lang="en-IN" sz="8000" dirty="0"/>
              <a:t>} 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Car c = new Car();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c.start</a:t>
            </a:r>
            <a:r>
              <a:rPr lang="en-IN" dirty="0"/>
              <a:t>();         // default method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Vehicle.stop</a:t>
            </a:r>
            <a:r>
              <a:rPr lang="en-IN" dirty="0"/>
              <a:t>();    // static method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6823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1122-8604-34A5-2DDE-74C1878D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A0CD7-A63D-449C-6BA3-507BC218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this is a </a:t>
            </a:r>
            <a:r>
              <a:rPr lang="en-US" b="1" dirty="0"/>
              <a:t>reference variable</a:t>
            </a:r>
            <a:r>
              <a:rPr lang="en-US" dirty="0"/>
              <a:t> in Java that refers to the </a:t>
            </a:r>
            <a:r>
              <a:rPr lang="en-US" b="1" dirty="0"/>
              <a:t>current object</a:t>
            </a:r>
            <a:r>
              <a:rPr lang="en-US" dirty="0"/>
              <a:t> (the object on which a method or constructor is being called).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Uses of  this Keyword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refer to current object variables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700" dirty="0"/>
              <a:t>class Student {</a:t>
            </a:r>
          </a:p>
          <a:p>
            <a:pPr marL="0" indent="0">
              <a:buNone/>
            </a:pPr>
            <a:r>
              <a:rPr lang="en-US" sz="1700" dirty="0"/>
              <a:t>    int age;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    Student(int age) {</a:t>
            </a:r>
          </a:p>
          <a:p>
            <a:pPr marL="0" indent="0">
              <a:buNone/>
            </a:pPr>
            <a:r>
              <a:rPr lang="en-US" sz="1700" dirty="0"/>
              <a:t>        </a:t>
            </a:r>
            <a:r>
              <a:rPr lang="en-US" sz="1700" dirty="0" err="1"/>
              <a:t>this.age</a:t>
            </a:r>
            <a:r>
              <a:rPr lang="en-US" sz="1700" dirty="0"/>
              <a:t> = age;   // '</a:t>
            </a:r>
            <a:r>
              <a:rPr lang="en-US" sz="1700" dirty="0" err="1"/>
              <a:t>this.age</a:t>
            </a:r>
            <a:r>
              <a:rPr lang="en-US" sz="1700" dirty="0"/>
              <a:t>' → instance variable</a:t>
            </a:r>
          </a:p>
          <a:p>
            <a:pPr marL="0" indent="0">
              <a:buNone/>
            </a:pPr>
            <a:r>
              <a:rPr lang="en-US" sz="1700" dirty="0"/>
              <a:t>    }</a:t>
            </a:r>
          </a:p>
          <a:p>
            <a:pPr marL="0" indent="0">
              <a:buNone/>
            </a:pPr>
            <a:r>
              <a:rPr lang="en-US" sz="1700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9291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03504-B903-918A-B2A9-F139CC84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4B38-62C1-FBB6-E0AB-BCD7C67829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2. </a:t>
            </a:r>
            <a:r>
              <a:rPr lang="en-US" b="1" dirty="0"/>
              <a:t>To call current class method</a:t>
            </a:r>
          </a:p>
          <a:p>
            <a:pPr marL="0" indent="0">
              <a:buNone/>
            </a:pPr>
            <a:r>
              <a:rPr lang="en-US" b="1" dirty="0"/>
              <a:t> 	</a:t>
            </a:r>
            <a:r>
              <a:rPr lang="en-US" sz="1600" dirty="0"/>
              <a:t>class Test {</a:t>
            </a:r>
          </a:p>
          <a:p>
            <a:pPr marL="0" indent="0">
              <a:buNone/>
            </a:pPr>
            <a:r>
              <a:rPr lang="en-US" sz="1600" dirty="0"/>
              <a:t>    void show() {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("Hello");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void display() {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this.show</a:t>
            </a:r>
            <a:r>
              <a:rPr lang="en-US" sz="1600" dirty="0"/>
              <a:t>();  // same as show();</a:t>
            </a:r>
          </a:p>
          <a:p>
            <a:pPr marL="0" indent="0">
              <a:buNone/>
            </a:pPr>
            <a:r>
              <a:rPr lang="en-US" sz="1600" dirty="0"/>
              <a:t>    }</a:t>
            </a:r>
          </a:p>
          <a:p>
            <a:pPr marL="0" indent="0">
              <a:buNone/>
            </a:pPr>
            <a:r>
              <a:rPr lang="en-US" sz="1600" dirty="0"/>
              <a:t>}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DCFF67-2A3D-EF74-582E-FD7E55A522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Even if not written, Java adds this. internally.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5694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B755-9408-A51B-6499-EB66BAB9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06BB-2D82-B496-302E-8B25D87E6E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3. </a:t>
            </a:r>
            <a:r>
              <a:rPr lang="en-US" b="1" dirty="0"/>
              <a:t>To call current class constructor (Constructor Chaining)</a:t>
            </a:r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    Demo()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("Default Constructor");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Demo(int x) {</a:t>
            </a:r>
          </a:p>
          <a:p>
            <a:pPr marL="0" indent="0">
              <a:buNone/>
            </a:pPr>
            <a:r>
              <a:rPr lang="en-IN" dirty="0"/>
              <a:t>        this();  // calling default constructor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("Parameterized Constructor");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7A3B3-49CD-1DA7-1487-4CEB34D71B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4. </a:t>
            </a:r>
            <a:r>
              <a:rPr lang="en-US" b="1" dirty="0"/>
              <a:t>To pass current object as a parameter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class A {</a:t>
            </a:r>
          </a:p>
          <a:p>
            <a:pPr marL="0" indent="0">
              <a:buNone/>
            </a:pPr>
            <a:r>
              <a:rPr lang="en-US" dirty="0"/>
              <a:t>    void show(A obj) 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test() {</a:t>
            </a:r>
          </a:p>
          <a:p>
            <a:pPr marL="0" indent="0">
              <a:buNone/>
            </a:pPr>
            <a:r>
              <a:rPr lang="en-US" dirty="0"/>
              <a:t>        show(this);  // passing current object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3645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D0F0-0C29-711D-209F-B25117D6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B2F38-24FD-B173-0424-A5922BB36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600" dirty="0"/>
              <a:t>Demonstrate multilevel inheritance using Person → Employee → Manager classes with method overriding and additional properties.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7629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BC25-5500-E9AA-1D2E-D8A56B3EC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</a:t>
            </a:r>
            <a:r>
              <a:rPr lang="en-IN" dirty="0" err="1"/>
              <a:t>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A7E1-1765-3F11-7C8F-862AB3A33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Write a Java program to demonstrate </a:t>
            </a:r>
            <a:r>
              <a:rPr lang="en-US" b="1" dirty="0"/>
              <a:t>single inheritance</a:t>
            </a:r>
            <a:r>
              <a:rPr lang="en-US" dirty="0"/>
              <a:t> where class </a:t>
            </a:r>
            <a:r>
              <a:rPr lang="en-US" i="1" dirty="0"/>
              <a:t>Student</a:t>
            </a:r>
            <a:r>
              <a:rPr lang="en-US" dirty="0"/>
              <a:t> inherits from class </a:t>
            </a:r>
            <a:r>
              <a:rPr lang="en-US" i="1" dirty="0"/>
              <a:t>Person</a:t>
            </a:r>
            <a:r>
              <a:rPr lang="en-US" dirty="0"/>
              <a:t>. Add methods to display details</a:t>
            </a:r>
          </a:p>
          <a:p>
            <a:pPr marL="514350" indent="-514350">
              <a:buAutoNum type="arabicPeriod"/>
            </a:pPr>
            <a:r>
              <a:rPr lang="en-US" dirty="0"/>
              <a:t>Create classes </a:t>
            </a:r>
            <a:r>
              <a:rPr lang="en-US" i="1" dirty="0"/>
              <a:t>Person</a:t>
            </a:r>
            <a:r>
              <a:rPr lang="en-US" dirty="0"/>
              <a:t> and </a:t>
            </a:r>
            <a:r>
              <a:rPr lang="en-US" i="1" dirty="0"/>
              <a:t>Employee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Use parameterized constructor in both classes.</a:t>
            </a:r>
            <a:br>
              <a:rPr lang="en-US" dirty="0"/>
            </a:br>
            <a:r>
              <a:rPr lang="en-US" dirty="0"/>
              <a:t>In </a:t>
            </a:r>
            <a:r>
              <a:rPr lang="en-US" i="1" dirty="0"/>
              <a:t>Employee</a:t>
            </a:r>
            <a:r>
              <a:rPr lang="en-US" dirty="0"/>
              <a:t> constructor, use super(name, age) to pass values to </a:t>
            </a:r>
            <a:r>
              <a:rPr lang="en-US" i="1" dirty="0"/>
              <a:t>Person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3. Write a program demonstrating </a:t>
            </a:r>
            <a:r>
              <a:rPr lang="en-US" b="1" dirty="0"/>
              <a:t>Person → Employee → Manager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i="1" dirty="0"/>
              <a:t>     Employee</a:t>
            </a:r>
            <a:r>
              <a:rPr lang="en-US" dirty="0"/>
              <a:t> uses super to call </a:t>
            </a:r>
            <a:r>
              <a:rPr lang="en-US" i="1" dirty="0"/>
              <a:t>Person</a:t>
            </a:r>
            <a:r>
              <a:rPr lang="en-US" dirty="0"/>
              <a:t> constructor.</a:t>
            </a:r>
          </a:p>
          <a:p>
            <a:pPr marL="0" indent="0">
              <a:buNone/>
            </a:pPr>
            <a:r>
              <a:rPr lang="en-US" i="1" dirty="0"/>
              <a:t>    Manager</a:t>
            </a:r>
            <a:r>
              <a:rPr lang="en-US" dirty="0"/>
              <a:t> overrides a method and calls parent version using super.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02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5809</TotalTime>
  <Words>6827</Words>
  <Application>Microsoft Office PowerPoint</Application>
  <PresentationFormat>Widescreen</PresentationFormat>
  <Paragraphs>1220</Paragraphs>
  <Slides>99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Arial</vt:lpstr>
      <vt:lpstr>Calibri</vt:lpstr>
      <vt:lpstr>Calibri Light</vt:lpstr>
      <vt:lpstr>Times New Roman</vt:lpstr>
      <vt:lpstr>Office Theme</vt:lpstr>
      <vt:lpstr>OBJECT ORIENTED PROGRAMMING CONCEPTS USING JAVA  (CA101B)</vt:lpstr>
      <vt:lpstr>Java OOP(Object Oriented Programming) Concepts </vt:lpstr>
      <vt:lpstr>All objects have three essential features:</vt:lpstr>
      <vt:lpstr>OOP Concepts in Java </vt:lpstr>
      <vt:lpstr>Class and Object</vt:lpstr>
      <vt:lpstr>Creating (Declaring) a Java Class </vt:lpstr>
      <vt:lpstr>Example of a Java Class </vt:lpstr>
      <vt:lpstr>What are Java Objects? </vt:lpstr>
      <vt:lpstr>Syntax to Create a Java Object </vt:lpstr>
      <vt:lpstr>Example</vt:lpstr>
      <vt:lpstr>Example</vt:lpstr>
      <vt:lpstr>Accessing Instance Variables and Methods </vt:lpstr>
      <vt:lpstr>Scanner class /Input from User</vt:lpstr>
      <vt:lpstr>PowerPoint Presentation</vt:lpstr>
      <vt:lpstr>.</vt:lpstr>
      <vt:lpstr>Constructors</vt:lpstr>
      <vt:lpstr>Example</vt:lpstr>
      <vt:lpstr>.</vt:lpstr>
      <vt:lpstr>Types of Constructors in Java </vt:lpstr>
      <vt:lpstr>Default Constructor</vt:lpstr>
      <vt:lpstr>Parameterized Constructor in Java </vt:lpstr>
      <vt:lpstr>Example </vt:lpstr>
      <vt:lpstr>Copy Constructor in Java </vt:lpstr>
      <vt:lpstr>Example</vt:lpstr>
      <vt:lpstr>.</vt:lpstr>
      <vt:lpstr>Copy Constructor</vt:lpstr>
      <vt:lpstr>.</vt:lpstr>
      <vt:lpstr>Inheritance</vt:lpstr>
      <vt:lpstr>example</vt:lpstr>
      <vt:lpstr>example</vt:lpstr>
      <vt:lpstr>Why Use Inheritance in Java? </vt:lpstr>
      <vt:lpstr>Types of Inheritance in Java </vt:lpstr>
      <vt:lpstr>Single Inheritance </vt:lpstr>
      <vt:lpstr>Multilevel Inheritance </vt:lpstr>
      <vt:lpstr>.</vt:lpstr>
      <vt:lpstr>Hierarchical Inheritance</vt:lpstr>
      <vt:lpstr>.</vt:lpstr>
      <vt:lpstr>Hybrid Inheritance </vt:lpstr>
      <vt:lpstr>Super Keyword</vt:lpstr>
      <vt:lpstr>Use of super with Variables</vt:lpstr>
      <vt:lpstr>Use of super with Variables</vt:lpstr>
      <vt:lpstr>Use of super with Methods</vt:lpstr>
      <vt:lpstr>.</vt:lpstr>
      <vt:lpstr>Use of super with Constructors</vt:lpstr>
      <vt:lpstr>.</vt:lpstr>
      <vt:lpstr>Final Member </vt:lpstr>
      <vt:lpstr>Final Variable → Value cannot be changed </vt:lpstr>
      <vt:lpstr>Final Class → Cannot be inherited</vt:lpstr>
      <vt:lpstr>2. Final Methods Cannot Be Overridden</vt:lpstr>
      <vt:lpstr>Static Member</vt:lpstr>
      <vt:lpstr>Static Variable (Class Variable)</vt:lpstr>
      <vt:lpstr>Static Method</vt:lpstr>
      <vt:lpstr>Static Block</vt:lpstr>
      <vt:lpstr>3. Static Methods </vt:lpstr>
      <vt:lpstr>4. Private Methods </vt:lpstr>
      <vt:lpstr>Example</vt:lpstr>
      <vt:lpstr>Polymorphism</vt:lpstr>
      <vt:lpstr>.</vt:lpstr>
      <vt:lpstr>1. Compile-Time Polymorphism </vt:lpstr>
      <vt:lpstr>Method Overloading</vt:lpstr>
      <vt:lpstr>Example</vt:lpstr>
      <vt:lpstr>Example</vt:lpstr>
      <vt:lpstr> Changing Order of Parameters </vt:lpstr>
      <vt:lpstr>Runtime Polymorphism </vt:lpstr>
      <vt:lpstr>Method Overriding</vt:lpstr>
      <vt:lpstr>.</vt:lpstr>
      <vt:lpstr>.</vt:lpstr>
      <vt:lpstr>.</vt:lpstr>
      <vt:lpstr>Special Cases in Overriding</vt:lpstr>
      <vt:lpstr>PowerPoint Presentation</vt:lpstr>
      <vt:lpstr>Upcasting</vt:lpstr>
      <vt:lpstr>Example</vt:lpstr>
      <vt:lpstr>Dynamic Method Dispatch</vt:lpstr>
      <vt:lpstr>Constructor Chaining</vt:lpstr>
      <vt:lpstr>Within the Same Class → using this()</vt:lpstr>
      <vt:lpstr>Between Parent → Child Classes → using super()</vt:lpstr>
      <vt:lpstr>Encapsulation</vt:lpstr>
      <vt:lpstr>.</vt:lpstr>
      <vt:lpstr>.</vt:lpstr>
      <vt:lpstr>Abstraction</vt:lpstr>
      <vt:lpstr>Abstract Class</vt:lpstr>
      <vt:lpstr>.</vt:lpstr>
      <vt:lpstr>Example</vt:lpstr>
      <vt:lpstr>Can an Abstract Class Have a Constructor? </vt:lpstr>
      <vt:lpstr>Example </vt:lpstr>
      <vt:lpstr>Example </vt:lpstr>
      <vt:lpstr>Interface</vt:lpstr>
      <vt:lpstr>Example 1</vt:lpstr>
      <vt:lpstr>Example 2</vt:lpstr>
      <vt:lpstr>Access Modifier of Interface Methods</vt:lpstr>
      <vt:lpstr>Multiple Interfaces </vt:lpstr>
      <vt:lpstr>Multiple Interfaces </vt:lpstr>
      <vt:lpstr>Default and Static Methods </vt:lpstr>
      <vt:lpstr>Example </vt:lpstr>
      <vt:lpstr>This keyword</vt:lpstr>
      <vt:lpstr>.</vt:lpstr>
      <vt:lpstr>.</vt:lpstr>
      <vt:lpstr>PowerPoint Presentation</vt:lpstr>
      <vt:lpstr>Practice 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sonam jain</dc:creator>
  <cp:lastModifiedBy>sonam jain</cp:lastModifiedBy>
  <cp:revision>24</cp:revision>
  <dcterms:created xsi:type="dcterms:W3CDTF">2025-09-16T06:49:42Z</dcterms:created>
  <dcterms:modified xsi:type="dcterms:W3CDTF">2026-02-24T07:56:33Z</dcterms:modified>
</cp:coreProperties>
</file>